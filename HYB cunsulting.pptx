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3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D66D0C-DFA7-42A8-8AA4-4371A8D96846}" v="136" dt="2026-03-27T11:59:56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hate, Harsha" userId="326066ed-576f-48ef-b2a4-be1b12f752c5" providerId="ADAL" clId="{83775A73-7781-47DE-9664-FD9E42478D68}"/>
    <pc:docChg chg="undo custSel addSld delSld modSld sldOrd">
      <pc:chgData name="Barhate, Harsha" userId="326066ed-576f-48ef-b2a4-be1b12f752c5" providerId="ADAL" clId="{83775A73-7781-47DE-9664-FD9E42478D68}" dt="2026-03-27T12:00:04.009" v="788" actId="120"/>
      <pc:docMkLst>
        <pc:docMk/>
      </pc:docMkLst>
      <pc:sldChg chg="modSp new mod">
        <pc:chgData name="Barhate, Harsha" userId="326066ed-576f-48ef-b2a4-be1b12f752c5" providerId="ADAL" clId="{83775A73-7781-47DE-9664-FD9E42478D68}" dt="2026-03-27T11:35:47.959" v="565" actId="120"/>
        <pc:sldMkLst>
          <pc:docMk/>
          <pc:sldMk cId="2062485886" sldId="256"/>
        </pc:sldMkLst>
        <pc:spChg chg="mod">
          <ac:chgData name="Barhate, Harsha" userId="326066ed-576f-48ef-b2a4-be1b12f752c5" providerId="ADAL" clId="{83775A73-7781-47DE-9664-FD9E42478D68}" dt="2026-03-27T10:29:24.869" v="19" actId="14100"/>
          <ac:spMkLst>
            <pc:docMk/>
            <pc:sldMk cId="2062485886" sldId="256"/>
            <ac:spMk id="2" creationId="{85A1C38F-CC68-F0DE-695D-F53CBFAB1705}"/>
          </ac:spMkLst>
        </pc:spChg>
        <pc:spChg chg="mod">
          <ac:chgData name="Barhate, Harsha" userId="326066ed-576f-48ef-b2a4-be1b12f752c5" providerId="ADAL" clId="{83775A73-7781-47DE-9664-FD9E42478D68}" dt="2026-03-27T11:35:47.959" v="565" actId="120"/>
          <ac:spMkLst>
            <pc:docMk/>
            <pc:sldMk cId="2062485886" sldId="256"/>
            <ac:spMk id="3" creationId="{A4D6FC00-69B2-FDE1-1873-ECEF43F6B521}"/>
          </ac:spMkLst>
        </pc:spChg>
      </pc:sldChg>
      <pc:sldChg chg="modSp add del mod">
        <pc:chgData name="Barhate, Harsha" userId="326066ed-576f-48ef-b2a4-be1b12f752c5" providerId="ADAL" clId="{83775A73-7781-47DE-9664-FD9E42478D68}" dt="2026-03-27T10:39:00.474" v="115" actId="47"/>
        <pc:sldMkLst>
          <pc:docMk/>
          <pc:sldMk cId="2036843486" sldId="257"/>
        </pc:sldMkLst>
        <pc:spChg chg="mod">
          <ac:chgData name="Barhate, Harsha" userId="326066ed-576f-48ef-b2a4-be1b12f752c5" providerId="ADAL" clId="{83775A73-7781-47DE-9664-FD9E42478D68}" dt="2026-03-27T10:37:37.157" v="101" actId="27636"/>
          <ac:spMkLst>
            <pc:docMk/>
            <pc:sldMk cId="2036843486" sldId="257"/>
            <ac:spMk id="3" creationId="{E1F224D7-DD37-2390-2D40-AA5DA6BE2AE2}"/>
          </ac:spMkLst>
        </pc:spChg>
      </pc:sldChg>
      <pc:sldChg chg="modSp add del mod ord">
        <pc:chgData name="Barhate, Harsha" userId="326066ed-576f-48ef-b2a4-be1b12f752c5" providerId="ADAL" clId="{83775A73-7781-47DE-9664-FD9E42478D68}" dt="2026-03-27T10:40:14.228" v="123" actId="47"/>
        <pc:sldMkLst>
          <pc:docMk/>
          <pc:sldMk cId="4028576755" sldId="258"/>
        </pc:sldMkLst>
        <pc:spChg chg="mod">
          <ac:chgData name="Barhate, Harsha" userId="326066ed-576f-48ef-b2a4-be1b12f752c5" providerId="ADAL" clId="{83775A73-7781-47DE-9664-FD9E42478D68}" dt="2026-03-27T10:37:55.505" v="112" actId="20577"/>
          <ac:spMkLst>
            <pc:docMk/>
            <pc:sldMk cId="4028576755" sldId="258"/>
            <ac:spMk id="3" creationId="{83089E6D-C381-1ABE-3A2B-5BE7F59232F1}"/>
          </ac:spMkLst>
        </pc:spChg>
      </pc:sldChg>
      <pc:sldChg chg="modSp add mod">
        <pc:chgData name="Barhate, Harsha" userId="326066ed-576f-48ef-b2a4-be1b12f752c5" providerId="ADAL" clId="{83775A73-7781-47DE-9664-FD9E42478D68}" dt="2026-03-27T11:36:17.199" v="568" actId="120"/>
        <pc:sldMkLst>
          <pc:docMk/>
          <pc:sldMk cId="2477419346" sldId="259"/>
        </pc:sldMkLst>
        <pc:spChg chg="mod">
          <ac:chgData name="Barhate, Harsha" userId="326066ed-576f-48ef-b2a4-be1b12f752c5" providerId="ADAL" clId="{83775A73-7781-47DE-9664-FD9E42478D68}" dt="2026-03-27T11:36:17.199" v="568" actId="120"/>
          <ac:spMkLst>
            <pc:docMk/>
            <pc:sldMk cId="2477419346" sldId="259"/>
            <ac:spMk id="3" creationId="{16F3CAD5-EBC9-29D2-0E41-6C7AC8A6753F}"/>
          </ac:spMkLst>
        </pc:spChg>
      </pc:sldChg>
      <pc:sldChg chg="modSp add mod">
        <pc:chgData name="Barhate, Harsha" userId="326066ed-576f-48ef-b2a4-be1b12f752c5" providerId="ADAL" clId="{83775A73-7781-47DE-9664-FD9E42478D68}" dt="2026-03-27T11:36:27.682" v="569" actId="120"/>
        <pc:sldMkLst>
          <pc:docMk/>
          <pc:sldMk cId="1019874399" sldId="260"/>
        </pc:sldMkLst>
        <pc:spChg chg="mod">
          <ac:chgData name="Barhate, Harsha" userId="326066ed-576f-48ef-b2a4-be1b12f752c5" providerId="ADAL" clId="{83775A73-7781-47DE-9664-FD9E42478D68}" dt="2026-03-27T11:36:27.682" v="569" actId="120"/>
          <ac:spMkLst>
            <pc:docMk/>
            <pc:sldMk cId="1019874399" sldId="260"/>
            <ac:spMk id="3" creationId="{FF989AF3-E028-BD16-7DC6-7059C29ABA0C}"/>
          </ac:spMkLst>
        </pc:spChg>
      </pc:sldChg>
      <pc:sldChg chg="modSp add mod">
        <pc:chgData name="Barhate, Harsha" userId="326066ed-576f-48ef-b2a4-be1b12f752c5" providerId="ADAL" clId="{83775A73-7781-47DE-9664-FD9E42478D68}" dt="2026-03-27T11:36:40.242" v="570" actId="120"/>
        <pc:sldMkLst>
          <pc:docMk/>
          <pc:sldMk cId="4202390083" sldId="261"/>
        </pc:sldMkLst>
        <pc:spChg chg="mod">
          <ac:chgData name="Barhate, Harsha" userId="326066ed-576f-48ef-b2a4-be1b12f752c5" providerId="ADAL" clId="{83775A73-7781-47DE-9664-FD9E42478D68}" dt="2026-03-27T11:36:40.242" v="570" actId="120"/>
          <ac:spMkLst>
            <pc:docMk/>
            <pc:sldMk cId="4202390083" sldId="261"/>
            <ac:spMk id="3" creationId="{98C75525-D0A0-6BD1-EF56-4C18E7722061}"/>
          </ac:spMkLst>
        </pc:spChg>
      </pc:sldChg>
      <pc:sldChg chg="addSp delSp modSp add mod">
        <pc:chgData name="Barhate, Harsha" userId="326066ed-576f-48ef-b2a4-be1b12f752c5" providerId="ADAL" clId="{83775A73-7781-47DE-9664-FD9E42478D68}" dt="2026-03-27T11:36:48.383" v="571" actId="120"/>
        <pc:sldMkLst>
          <pc:docMk/>
          <pc:sldMk cId="1502538704" sldId="262"/>
        </pc:sldMkLst>
        <pc:spChg chg="mod">
          <ac:chgData name="Barhate, Harsha" userId="326066ed-576f-48ef-b2a4-be1b12f752c5" providerId="ADAL" clId="{83775A73-7781-47DE-9664-FD9E42478D68}" dt="2026-03-27T11:36:48.383" v="571" actId="120"/>
          <ac:spMkLst>
            <pc:docMk/>
            <pc:sldMk cId="1502538704" sldId="262"/>
            <ac:spMk id="3" creationId="{1FF13D3F-BF7D-8996-F412-DD0B605BBA92}"/>
          </ac:spMkLst>
        </pc:spChg>
        <pc:spChg chg="add del">
          <ac:chgData name="Barhate, Harsha" userId="326066ed-576f-48ef-b2a4-be1b12f752c5" providerId="ADAL" clId="{83775A73-7781-47DE-9664-FD9E42478D68}" dt="2026-03-27T10:43:47.103" v="159" actId="22"/>
          <ac:spMkLst>
            <pc:docMk/>
            <pc:sldMk cId="1502538704" sldId="262"/>
            <ac:spMk id="5" creationId="{2DD48403-E7B3-98F4-13F8-F8D449C644BE}"/>
          </ac:spMkLst>
        </pc:spChg>
      </pc:sldChg>
      <pc:sldChg chg="modSp add mod">
        <pc:chgData name="Barhate, Harsha" userId="326066ed-576f-48ef-b2a4-be1b12f752c5" providerId="ADAL" clId="{83775A73-7781-47DE-9664-FD9E42478D68}" dt="2026-03-27T11:37:09.629" v="572" actId="120"/>
        <pc:sldMkLst>
          <pc:docMk/>
          <pc:sldMk cId="1394781465" sldId="263"/>
        </pc:sldMkLst>
        <pc:spChg chg="mod">
          <ac:chgData name="Barhate, Harsha" userId="326066ed-576f-48ef-b2a4-be1b12f752c5" providerId="ADAL" clId="{83775A73-7781-47DE-9664-FD9E42478D68}" dt="2026-03-27T11:37:09.629" v="572" actId="120"/>
          <ac:spMkLst>
            <pc:docMk/>
            <pc:sldMk cId="1394781465" sldId="263"/>
            <ac:spMk id="3" creationId="{EC14AC43-D9A6-8A7A-314C-DE48238E840A}"/>
          </ac:spMkLst>
        </pc:spChg>
      </pc:sldChg>
      <pc:sldChg chg="addSp modSp add mod">
        <pc:chgData name="Barhate, Harsha" userId="326066ed-576f-48ef-b2a4-be1b12f752c5" providerId="ADAL" clId="{83775A73-7781-47DE-9664-FD9E42478D68}" dt="2026-03-27T11:37:14.670" v="573" actId="120"/>
        <pc:sldMkLst>
          <pc:docMk/>
          <pc:sldMk cId="1614045092" sldId="264"/>
        </pc:sldMkLst>
        <pc:spChg chg="mod">
          <ac:chgData name="Barhate, Harsha" userId="326066ed-576f-48ef-b2a4-be1b12f752c5" providerId="ADAL" clId="{83775A73-7781-47DE-9664-FD9E42478D68}" dt="2026-03-27T11:37:14.670" v="573" actId="120"/>
          <ac:spMkLst>
            <pc:docMk/>
            <pc:sldMk cId="1614045092" sldId="264"/>
            <ac:spMk id="3" creationId="{64BCEDAD-90C1-0FC3-1CDB-F09F2820169E}"/>
          </ac:spMkLst>
        </pc:spChg>
        <pc:spChg chg="add">
          <ac:chgData name="Barhate, Harsha" userId="326066ed-576f-48ef-b2a4-be1b12f752c5" providerId="ADAL" clId="{83775A73-7781-47DE-9664-FD9E42478D68}" dt="2026-03-27T10:45:52.214" v="177"/>
          <ac:spMkLst>
            <pc:docMk/>
            <pc:sldMk cId="1614045092" sldId="264"/>
            <ac:spMk id="4" creationId="{66C88BC7-C3B1-DC76-AB73-DC82D4723B34}"/>
          </ac:spMkLst>
        </pc:spChg>
        <pc:spChg chg="add">
          <ac:chgData name="Barhate, Harsha" userId="326066ed-576f-48ef-b2a4-be1b12f752c5" providerId="ADAL" clId="{83775A73-7781-47DE-9664-FD9E42478D68}" dt="2026-03-27T10:45:55.895" v="178"/>
          <ac:spMkLst>
            <pc:docMk/>
            <pc:sldMk cId="1614045092" sldId="264"/>
            <ac:spMk id="5" creationId="{2C8263C7-B0B1-F512-C4FC-D899DF8BD988}"/>
          </ac:spMkLst>
        </pc:spChg>
        <pc:spChg chg="add">
          <ac:chgData name="Barhate, Harsha" userId="326066ed-576f-48ef-b2a4-be1b12f752c5" providerId="ADAL" clId="{83775A73-7781-47DE-9664-FD9E42478D68}" dt="2026-03-27T10:46:04.694" v="179"/>
          <ac:spMkLst>
            <pc:docMk/>
            <pc:sldMk cId="1614045092" sldId="264"/>
            <ac:spMk id="6" creationId="{B41BED8C-DABC-B2D0-F265-FCF0CB38BEF6}"/>
          </ac:spMkLst>
        </pc:spChg>
        <pc:spChg chg="add">
          <ac:chgData name="Barhate, Harsha" userId="326066ed-576f-48ef-b2a4-be1b12f752c5" providerId="ADAL" clId="{83775A73-7781-47DE-9664-FD9E42478D68}" dt="2026-03-27T10:46:11.191" v="182"/>
          <ac:spMkLst>
            <pc:docMk/>
            <pc:sldMk cId="1614045092" sldId="264"/>
            <ac:spMk id="7" creationId="{EAEEBCB6-A620-D847-9042-40D93B4737CB}"/>
          </ac:spMkLst>
        </pc:spChg>
      </pc:sldChg>
      <pc:sldChg chg="addSp modSp add mod">
        <pc:chgData name="Barhate, Harsha" userId="326066ed-576f-48ef-b2a4-be1b12f752c5" providerId="ADAL" clId="{83775A73-7781-47DE-9664-FD9E42478D68}" dt="2026-03-27T11:37:21.452" v="574" actId="120"/>
        <pc:sldMkLst>
          <pc:docMk/>
          <pc:sldMk cId="2208575477" sldId="265"/>
        </pc:sldMkLst>
        <pc:spChg chg="mod">
          <ac:chgData name="Barhate, Harsha" userId="326066ed-576f-48ef-b2a4-be1b12f752c5" providerId="ADAL" clId="{83775A73-7781-47DE-9664-FD9E42478D68}" dt="2026-03-27T11:37:21.452" v="574" actId="120"/>
          <ac:spMkLst>
            <pc:docMk/>
            <pc:sldMk cId="2208575477" sldId="265"/>
            <ac:spMk id="3" creationId="{F8C7EE57-EAFA-60EA-DC2C-B50E5B0843A9}"/>
          </ac:spMkLst>
        </pc:spChg>
        <pc:spChg chg="add">
          <ac:chgData name="Barhate, Harsha" userId="326066ed-576f-48ef-b2a4-be1b12f752c5" providerId="ADAL" clId="{83775A73-7781-47DE-9664-FD9E42478D68}" dt="2026-03-27T10:47:41.107" v="193"/>
          <ac:spMkLst>
            <pc:docMk/>
            <pc:sldMk cId="2208575477" sldId="265"/>
            <ac:spMk id="4" creationId="{8DE10FDF-8D96-D64B-1C62-0E4F4AB9C114}"/>
          </ac:spMkLst>
        </pc:spChg>
      </pc:sldChg>
      <pc:sldChg chg="modSp add mod">
        <pc:chgData name="Barhate, Harsha" userId="326066ed-576f-48ef-b2a4-be1b12f752c5" providerId="ADAL" clId="{83775A73-7781-47DE-9664-FD9E42478D68}" dt="2026-03-27T11:37:26.792" v="575" actId="120"/>
        <pc:sldMkLst>
          <pc:docMk/>
          <pc:sldMk cId="1205259390" sldId="266"/>
        </pc:sldMkLst>
        <pc:spChg chg="mod">
          <ac:chgData name="Barhate, Harsha" userId="326066ed-576f-48ef-b2a4-be1b12f752c5" providerId="ADAL" clId="{83775A73-7781-47DE-9664-FD9E42478D68}" dt="2026-03-27T11:37:26.792" v="575" actId="120"/>
          <ac:spMkLst>
            <pc:docMk/>
            <pc:sldMk cId="1205259390" sldId="266"/>
            <ac:spMk id="3" creationId="{ADF1C984-DCCA-4B1B-E18D-1522C29ADBD2}"/>
          </ac:spMkLst>
        </pc:spChg>
      </pc:sldChg>
      <pc:sldChg chg="modSp add mod">
        <pc:chgData name="Barhate, Harsha" userId="326066ed-576f-48ef-b2a4-be1b12f752c5" providerId="ADAL" clId="{83775A73-7781-47DE-9664-FD9E42478D68}" dt="2026-03-27T11:36:00.543" v="566" actId="120"/>
        <pc:sldMkLst>
          <pc:docMk/>
          <pc:sldMk cId="3388560932" sldId="267"/>
        </pc:sldMkLst>
        <pc:spChg chg="mod">
          <ac:chgData name="Barhate, Harsha" userId="326066ed-576f-48ef-b2a4-be1b12f752c5" providerId="ADAL" clId="{83775A73-7781-47DE-9664-FD9E42478D68}" dt="2026-03-27T11:36:00.543" v="566" actId="120"/>
          <ac:spMkLst>
            <pc:docMk/>
            <pc:sldMk cId="3388560932" sldId="267"/>
            <ac:spMk id="3" creationId="{8954040B-3FC8-3B79-2E0B-F28B8303259F}"/>
          </ac:spMkLst>
        </pc:spChg>
      </pc:sldChg>
      <pc:sldChg chg="modSp add mod">
        <pc:chgData name="Barhate, Harsha" userId="326066ed-576f-48ef-b2a4-be1b12f752c5" providerId="ADAL" clId="{83775A73-7781-47DE-9664-FD9E42478D68}" dt="2026-03-27T11:37:38.177" v="576" actId="120"/>
        <pc:sldMkLst>
          <pc:docMk/>
          <pc:sldMk cId="2489893640" sldId="268"/>
        </pc:sldMkLst>
        <pc:spChg chg="mod">
          <ac:chgData name="Barhate, Harsha" userId="326066ed-576f-48ef-b2a4-be1b12f752c5" providerId="ADAL" clId="{83775A73-7781-47DE-9664-FD9E42478D68}" dt="2026-03-27T11:24:45.895" v="390"/>
          <ac:spMkLst>
            <pc:docMk/>
            <pc:sldMk cId="2489893640" sldId="268"/>
            <ac:spMk id="2" creationId="{E3933D17-D7CE-8338-D427-D1E4A0714B1C}"/>
          </ac:spMkLst>
        </pc:spChg>
        <pc:spChg chg="mod">
          <ac:chgData name="Barhate, Harsha" userId="326066ed-576f-48ef-b2a4-be1b12f752c5" providerId="ADAL" clId="{83775A73-7781-47DE-9664-FD9E42478D68}" dt="2026-03-27T11:37:38.177" v="576" actId="120"/>
          <ac:spMkLst>
            <pc:docMk/>
            <pc:sldMk cId="2489893640" sldId="268"/>
            <ac:spMk id="3" creationId="{671138C0-1A9D-B554-83A4-6132B07B93A2}"/>
          </ac:spMkLst>
        </pc:spChg>
      </pc:sldChg>
      <pc:sldChg chg="modSp add mod">
        <pc:chgData name="Barhate, Harsha" userId="326066ed-576f-48ef-b2a4-be1b12f752c5" providerId="ADAL" clId="{83775A73-7781-47DE-9664-FD9E42478D68}" dt="2026-03-27T11:37:49.053" v="577" actId="120"/>
        <pc:sldMkLst>
          <pc:docMk/>
          <pc:sldMk cId="1770562030" sldId="269"/>
        </pc:sldMkLst>
        <pc:spChg chg="mod">
          <ac:chgData name="Barhate, Harsha" userId="326066ed-576f-48ef-b2a4-be1b12f752c5" providerId="ADAL" clId="{83775A73-7781-47DE-9664-FD9E42478D68}" dt="2026-03-27T11:37:49.053" v="577" actId="120"/>
          <ac:spMkLst>
            <pc:docMk/>
            <pc:sldMk cId="1770562030" sldId="269"/>
            <ac:spMk id="3" creationId="{594C8E26-6A2E-9CA2-BDBA-E09C25DEFA85}"/>
          </ac:spMkLst>
        </pc:spChg>
      </pc:sldChg>
      <pc:sldChg chg="modSp add mod">
        <pc:chgData name="Barhate, Harsha" userId="326066ed-576f-48ef-b2a4-be1b12f752c5" providerId="ADAL" clId="{83775A73-7781-47DE-9664-FD9E42478D68}" dt="2026-03-27T11:37:57.240" v="578" actId="120"/>
        <pc:sldMkLst>
          <pc:docMk/>
          <pc:sldMk cId="4092482157" sldId="270"/>
        </pc:sldMkLst>
        <pc:spChg chg="mod">
          <ac:chgData name="Barhate, Harsha" userId="326066ed-576f-48ef-b2a4-be1b12f752c5" providerId="ADAL" clId="{83775A73-7781-47DE-9664-FD9E42478D68}" dt="2026-03-27T11:37:57.240" v="578" actId="120"/>
          <ac:spMkLst>
            <pc:docMk/>
            <pc:sldMk cId="4092482157" sldId="270"/>
            <ac:spMk id="3" creationId="{BAD008DD-A86C-CF8F-E5BC-8330042F0326}"/>
          </ac:spMkLst>
        </pc:spChg>
      </pc:sldChg>
      <pc:sldChg chg="addSp modSp add mod">
        <pc:chgData name="Barhate, Harsha" userId="326066ed-576f-48ef-b2a4-be1b12f752c5" providerId="ADAL" clId="{83775A73-7781-47DE-9664-FD9E42478D68}" dt="2026-03-27T11:38:05.215" v="579" actId="120"/>
        <pc:sldMkLst>
          <pc:docMk/>
          <pc:sldMk cId="500968816" sldId="271"/>
        </pc:sldMkLst>
        <pc:spChg chg="mod">
          <ac:chgData name="Barhate, Harsha" userId="326066ed-576f-48ef-b2a4-be1b12f752c5" providerId="ADAL" clId="{83775A73-7781-47DE-9664-FD9E42478D68}" dt="2026-03-27T11:38:05.215" v="579" actId="120"/>
          <ac:spMkLst>
            <pc:docMk/>
            <pc:sldMk cId="500968816" sldId="271"/>
            <ac:spMk id="3" creationId="{D817DD9D-14AE-CEEE-5BAC-B7EE6A057AAB}"/>
          </ac:spMkLst>
        </pc:spChg>
        <pc:spChg chg="add">
          <ac:chgData name="Barhate, Harsha" userId="326066ed-576f-48ef-b2a4-be1b12f752c5" providerId="ADAL" clId="{83775A73-7781-47DE-9664-FD9E42478D68}" dt="2026-03-27T11:31:28.051" v="507"/>
          <ac:spMkLst>
            <pc:docMk/>
            <pc:sldMk cId="500968816" sldId="271"/>
            <ac:spMk id="4" creationId="{37AD4A22-4A05-7C0C-3E3B-0E11DB23CB24}"/>
          </ac:spMkLst>
        </pc:spChg>
        <pc:spChg chg="add">
          <ac:chgData name="Barhate, Harsha" userId="326066ed-576f-48ef-b2a4-be1b12f752c5" providerId="ADAL" clId="{83775A73-7781-47DE-9664-FD9E42478D68}" dt="2026-03-27T11:31:35.132" v="509"/>
          <ac:spMkLst>
            <pc:docMk/>
            <pc:sldMk cId="500968816" sldId="271"/>
            <ac:spMk id="5" creationId="{99949D63-78C9-918D-FC2A-7DAC434B3559}"/>
          </ac:spMkLst>
        </pc:spChg>
      </pc:sldChg>
      <pc:sldChg chg="modSp add mod">
        <pc:chgData name="Barhate, Harsha" userId="326066ed-576f-48ef-b2a4-be1b12f752c5" providerId="ADAL" clId="{83775A73-7781-47DE-9664-FD9E42478D68}" dt="2026-03-27T11:38:11.430" v="580" actId="120"/>
        <pc:sldMkLst>
          <pc:docMk/>
          <pc:sldMk cId="2996706979" sldId="272"/>
        </pc:sldMkLst>
        <pc:spChg chg="mod">
          <ac:chgData name="Barhate, Harsha" userId="326066ed-576f-48ef-b2a4-be1b12f752c5" providerId="ADAL" clId="{83775A73-7781-47DE-9664-FD9E42478D68}" dt="2026-03-27T11:38:11.430" v="580" actId="120"/>
          <ac:spMkLst>
            <pc:docMk/>
            <pc:sldMk cId="2996706979" sldId="272"/>
            <ac:spMk id="3" creationId="{52F780A1-C3B6-31F6-C123-2BEC040E9EC5}"/>
          </ac:spMkLst>
        </pc:spChg>
      </pc:sldChg>
      <pc:sldChg chg="modSp add mod">
        <pc:chgData name="Barhate, Harsha" userId="326066ed-576f-48ef-b2a4-be1b12f752c5" providerId="ADAL" clId="{83775A73-7781-47DE-9664-FD9E42478D68}" dt="2026-03-27T11:35:38.270" v="564" actId="120"/>
        <pc:sldMkLst>
          <pc:docMk/>
          <pc:sldMk cId="3783745606" sldId="273"/>
        </pc:sldMkLst>
        <pc:spChg chg="mod">
          <ac:chgData name="Barhate, Harsha" userId="326066ed-576f-48ef-b2a4-be1b12f752c5" providerId="ADAL" clId="{83775A73-7781-47DE-9664-FD9E42478D68}" dt="2026-03-27T11:35:38.270" v="564" actId="120"/>
          <ac:spMkLst>
            <pc:docMk/>
            <pc:sldMk cId="3783745606" sldId="273"/>
            <ac:spMk id="3" creationId="{AD6E5FCD-B461-8EEB-C6D5-90A5E73D51D6}"/>
          </ac:spMkLst>
        </pc:spChg>
      </pc:sldChg>
      <pc:sldChg chg="modSp add mod">
        <pc:chgData name="Barhate, Harsha" userId="326066ed-576f-48ef-b2a4-be1b12f752c5" providerId="ADAL" clId="{83775A73-7781-47DE-9664-FD9E42478D68}" dt="2026-03-27T11:43:26.681" v="610" actId="120"/>
        <pc:sldMkLst>
          <pc:docMk/>
          <pc:sldMk cId="3544864617" sldId="274"/>
        </pc:sldMkLst>
        <pc:spChg chg="mod">
          <ac:chgData name="Barhate, Harsha" userId="326066ed-576f-48ef-b2a4-be1b12f752c5" providerId="ADAL" clId="{83775A73-7781-47DE-9664-FD9E42478D68}" dt="2026-03-27T11:41:22.761" v="590" actId="313"/>
          <ac:spMkLst>
            <pc:docMk/>
            <pc:sldMk cId="3544864617" sldId="274"/>
            <ac:spMk id="2" creationId="{716B3D69-A308-DD94-0C3F-A8FBCD686F0C}"/>
          </ac:spMkLst>
        </pc:spChg>
        <pc:spChg chg="mod">
          <ac:chgData name="Barhate, Harsha" userId="326066ed-576f-48ef-b2a4-be1b12f752c5" providerId="ADAL" clId="{83775A73-7781-47DE-9664-FD9E42478D68}" dt="2026-03-27T11:43:26.681" v="610" actId="120"/>
          <ac:spMkLst>
            <pc:docMk/>
            <pc:sldMk cId="3544864617" sldId="274"/>
            <ac:spMk id="3" creationId="{57E6E947-800C-7F14-1610-B7194EBB8C25}"/>
          </ac:spMkLst>
        </pc:spChg>
      </pc:sldChg>
      <pc:sldChg chg="modSp add mod">
        <pc:chgData name="Barhate, Harsha" userId="326066ed-576f-48ef-b2a4-be1b12f752c5" providerId="ADAL" clId="{83775A73-7781-47DE-9664-FD9E42478D68}" dt="2026-03-27T11:44:40.484" v="618" actId="12"/>
        <pc:sldMkLst>
          <pc:docMk/>
          <pc:sldMk cId="3802070889" sldId="275"/>
        </pc:sldMkLst>
        <pc:spChg chg="mod">
          <ac:chgData name="Barhate, Harsha" userId="326066ed-576f-48ef-b2a4-be1b12f752c5" providerId="ADAL" clId="{83775A73-7781-47DE-9664-FD9E42478D68}" dt="2026-03-27T11:44:40.484" v="618" actId="12"/>
          <ac:spMkLst>
            <pc:docMk/>
            <pc:sldMk cId="3802070889" sldId="275"/>
            <ac:spMk id="3" creationId="{037E5FD7-0F9D-8065-2251-E3B63017B631}"/>
          </ac:spMkLst>
        </pc:spChg>
      </pc:sldChg>
      <pc:sldChg chg="modSp add mod">
        <pc:chgData name="Barhate, Harsha" userId="326066ed-576f-48ef-b2a4-be1b12f752c5" providerId="ADAL" clId="{83775A73-7781-47DE-9664-FD9E42478D68}" dt="2026-03-27T11:46:36.127" v="646" actId="12"/>
        <pc:sldMkLst>
          <pc:docMk/>
          <pc:sldMk cId="1033001121" sldId="276"/>
        </pc:sldMkLst>
        <pc:spChg chg="mod">
          <ac:chgData name="Barhate, Harsha" userId="326066ed-576f-48ef-b2a4-be1b12f752c5" providerId="ADAL" clId="{83775A73-7781-47DE-9664-FD9E42478D68}" dt="2026-03-27T11:46:36.127" v="646" actId="12"/>
          <ac:spMkLst>
            <pc:docMk/>
            <pc:sldMk cId="1033001121" sldId="276"/>
            <ac:spMk id="3" creationId="{9AAA8932-6A57-3ECA-31BF-F61BE961F7C1}"/>
          </ac:spMkLst>
        </pc:spChg>
      </pc:sldChg>
      <pc:sldChg chg="modSp add mod">
        <pc:chgData name="Barhate, Harsha" userId="326066ed-576f-48ef-b2a4-be1b12f752c5" providerId="ADAL" clId="{83775A73-7781-47DE-9664-FD9E42478D68}" dt="2026-03-27T11:47:57.251" v="661" actId="12"/>
        <pc:sldMkLst>
          <pc:docMk/>
          <pc:sldMk cId="3352576953" sldId="277"/>
        </pc:sldMkLst>
        <pc:spChg chg="mod">
          <ac:chgData name="Barhate, Harsha" userId="326066ed-576f-48ef-b2a4-be1b12f752c5" providerId="ADAL" clId="{83775A73-7781-47DE-9664-FD9E42478D68}" dt="2026-03-27T11:47:57.251" v="661" actId="12"/>
          <ac:spMkLst>
            <pc:docMk/>
            <pc:sldMk cId="3352576953" sldId="277"/>
            <ac:spMk id="3" creationId="{3C743006-1C80-8982-8F30-B4F2961887EC}"/>
          </ac:spMkLst>
        </pc:spChg>
      </pc:sldChg>
      <pc:sldChg chg="modSp add mod">
        <pc:chgData name="Barhate, Harsha" userId="326066ed-576f-48ef-b2a4-be1b12f752c5" providerId="ADAL" clId="{83775A73-7781-47DE-9664-FD9E42478D68}" dt="2026-03-27T11:48:52.143" v="672" actId="120"/>
        <pc:sldMkLst>
          <pc:docMk/>
          <pc:sldMk cId="4018422422" sldId="278"/>
        </pc:sldMkLst>
        <pc:spChg chg="mod">
          <ac:chgData name="Barhate, Harsha" userId="326066ed-576f-48ef-b2a4-be1b12f752c5" providerId="ADAL" clId="{83775A73-7781-47DE-9664-FD9E42478D68}" dt="2026-03-27T11:48:52.143" v="672" actId="120"/>
          <ac:spMkLst>
            <pc:docMk/>
            <pc:sldMk cId="4018422422" sldId="278"/>
            <ac:spMk id="3" creationId="{9AA0BD48-493C-DCB9-528A-8C580C699141}"/>
          </ac:spMkLst>
        </pc:spChg>
      </pc:sldChg>
      <pc:sldChg chg="addSp modSp add mod">
        <pc:chgData name="Barhate, Harsha" userId="326066ed-576f-48ef-b2a4-be1b12f752c5" providerId="ADAL" clId="{83775A73-7781-47DE-9664-FD9E42478D68}" dt="2026-03-27T11:51:25.279" v="695" actId="120"/>
        <pc:sldMkLst>
          <pc:docMk/>
          <pc:sldMk cId="1580714618" sldId="279"/>
        </pc:sldMkLst>
        <pc:spChg chg="mod">
          <ac:chgData name="Barhate, Harsha" userId="326066ed-576f-48ef-b2a4-be1b12f752c5" providerId="ADAL" clId="{83775A73-7781-47DE-9664-FD9E42478D68}" dt="2026-03-27T11:51:25.279" v="695" actId="120"/>
          <ac:spMkLst>
            <pc:docMk/>
            <pc:sldMk cId="1580714618" sldId="279"/>
            <ac:spMk id="3" creationId="{CB803F10-0E0A-26DD-69B3-F1CF01C0758C}"/>
          </ac:spMkLst>
        </pc:spChg>
        <pc:spChg chg="add">
          <ac:chgData name="Barhate, Harsha" userId="326066ed-576f-48ef-b2a4-be1b12f752c5" providerId="ADAL" clId="{83775A73-7781-47DE-9664-FD9E42478D68}" dt="2026-03-27T11:50:10.990" v="678"/>
          <ac:spMkLst>
            <pc:docMk/>
            <pc:sldMk cId="1580714618" sldId="279"/>
            <ac:spMk id="4" creationId="{6FF54DD0-EAEB-F078-71D9-0516266655C6}"/>
          </ac:spMkLst>
        </pc:spChg>
        <pc:spChg chg="add">
          <ac:chgData name="Barhate, Harsha" userId="326066ed-576f-48ef-b2a4-be1b12f752c5" providerId="ADAL" clId="{83775A73-7781-47DE-9664-FD9E42478D68}" dt="2026-03-27T11:50:16.734" v="680"/>
          <ac:spMkLst>
            <pc:docMk/>
            <pc:sldMk cId="1580714618" sldId="279"/>
            <ac:spMk id="5" creationId="{A61451CD-ABB5-2D24-3DFA-35E695657E14}"/>
          </ac:spMkLst>
        </pc:spChg>
      </pc:sldChg>
      <pc:sldChg chg="addSp modSp add mod">
        <pc:chgData name="Barhate, Harsha" userId="326066ed-576f-48ef-b2a4-be1b12f752c5" providerId="ADAL" clId="{83775A73-7781-47DE-9664-FD9E42478D68}" dt="2026-03-27T11:53:16.512" v="746" actId="12"/>
        <pc:sldMkLst>
          <pc:docMk/>
          <pc:sldMk cId="351002963" sldId="280"/>
        </pc:sldMkLst>
        <pc:spChg chg="mod">
          <ac:chgData name="Barhate, Harsha" userId="326066ed-576f-48ef-b2a4-be1b12f752c5" providerId="ADAL" clId="{83775A73-7781-47DE-9664-FD9E42478D68}" dt="2026-03-27T11:53:16.512" v="746" actId="12"/>
          <ac:spMkLst>
            <pc:docMk/>
            <pc:sldMk cId="351002963" sldId="280"/>
            <ac:spMk id="3" creationId="{999B4464-B84B-7230-C7C2-DE68E569069E}"/>
          </ac:spMkLst>
        </pc:spChg>
        <pc:spChg chg="add">
          <ac:chgData name="Barhate, Harsha" userId="326066ed-576f-48ef-b2a4-be1b12f752c5" providerId="ADAL" clId="{83775A73-7781-47DE-9664-FD9E42478D68}" dt="2026-03-27T11:52:32.007" v="702"/>
          <ac:spMkLst>
            <pc:docMk/>
            <pc:sldMk cId="351002963" sldId="280"/>
            <ac:spMk id="4" creationId="{7D0ED3B7-5FA3-F635-E553-814460CED38C}"/>
          </ac:spMkLst>
        </pc:spChg>
      </pc:sldChg>
      <pc:sldChg chg="add">
        <pc:chgData name="Barhate, Harsha" userId="326066ed-576f-48ef-b2a4-be1b12f752c5" providerId="ADAL" clId="{83775A73-7781-47DE-9664-FD9E42478D68}" dt="2026-03-27T11:53:24.644" v="747"/>
        <pc:sldMkLst>
          <pc:docMk/>
          <pc:sldMk cId="1110202122" sldId="281"/>
        </pc:sldMkLst>
      </pc:sldChg>
      <pc:sldChg chg="modSp add mod">
        <pc:chgData name="Barhate, Harsha" userId="326066ed-576f-48ef-b2a4-be1b12f752c5" providerId="ADAL" clId="{83775A73-7781-47DE-9664-FD9E42478D68}" dt="2026-03-27T12:00:04.009" v="788" actId="120"/>
        <pc:sldMkLst>
          <pc:docMk/>
          <pc:sldMk cId="1638587871" sldId="282"/>
        </pc:sldMkLst>
        <pc:spChg chg="mod">
          <ac:chgData name="Barhate, Harsha" userId="326066ed-576f-48ef-b2a4-be1b12f752c5" providerId="ADAL" clId="{83775A73-7781-47DE-9664-FD9E42478D68}" dt="2026-03-27T11:54:48.065" v="759" actId="20577"/>
          <ac:spMkLst>
            <pc:docMk/>
            <pc:sldMk cId="1638587871" sldId="282"/>
            <ac:spMk id="2" creationId="{28623655-9A87-55B6-209C-D81B56F66E1D}"/>
          </ac:spMkLst>
        </pc:spChg>
        <pc:spChg chg="mod">
          <ac:chgData name="Barhate, Harsha" userId="326066ed-576f-48ef-b2a4-be1b12f752c5" providerId="ADAL" clId="{83775A73-7781-47DE-9664-FD9E42478D68}" dt="2026-03-27T12:00:04.009" v="788" actId="120"/>
          <ac:spMkLst>
            <pc:docMk/>
            <pc:sldMk cId="1638587871" sldId="282"/>
            <ac:spMk id="3" creationId="{C05ACF29-35F8-9760-43D4-374D121A2BCA}"/>
          </ac:spMkLst>
        </pc:spChg>
      </pc:sldChg>
      <pc:sldChg chg="modSp add">
        <pc:chgData name="Barhate, Harsha" userId="326066ed-576f-48ef-b2a4-be1b12f752c5" providerId="ADAL" clId="{83775A73-7781-47DE-9664-FD9E42478D68}" dt="2026-03-27T11:55:56.790" v="764"/>
        <pc:sldMkLst>
          <pc:docMk/>
          <pc:sldMk cId="4074911662" sldId="283"/>
        </pc:sldMkLst>
        <pc:spChg chg="mod">
          <ac:chgData name="Barhate, Harsha" userId="326066ed-576f-48ef-b2a4-be1b12f752c5" providerId="ADAL" clId="{83775A73-7781-47DE-9664-FD9E42478D68}" dt="2026-03-27T11:55:56.790" v="764"/>
          <ac:spMkLst>
            <pc:docMk/>
            <pc:sldMk cId="4074911662" sldId="283"/>
            <ac:spMk id="3" creationId="{A633F499-A7E4-B191-3BAB-48140029A94D}"/>
          </ac:spMkLst>
        </pc:spChg>
      </pc:sldChg>
      <pc:sldChg chg="modSp add">
        <pc:chgData name="Barhate, Harsha" userId="326066ed-576f-48ef-b2a4-be1b12f752c5" providerId="ADAL" clId="{83775A73-7781-47DE-9664-FD9E42478D68}" dt="2026-03-27T11:56:14.119" v="766"/>
        <pc:sldMkLst>
          <pc:docMk/>
          <pc:sldMk cId="3458790650" sldId="284"/>
        </pc:sldMkLst>
        <pc:spChg chg="mod">
          <ac:chgData name="Barhate, Harsha" userId="326066ed-576f-48ef-b2a4-be1b12f752c5" providerId="ADAL" clId="{83775A73-7781-47DE-9664-FD9E42478D68}" dt="2026-03-27T11:56:14.119" v="766"/>
          <ac:spMkLst>
            <pc:docMk/>
            <pc:sldMk cId="3458790650" sldId="284"/>
            <ac:spMk id="3" creationId="{019C02B7-BEE1-2075-5B1A-0EEDFCEDDF6A}"/>
          </ac:spMkLst>
        </pc:spChg>
      </pc:sldChg>
      <pc:sldChg chg="modSp add">
        <pc:chgData name="Barhate, Harsha" userId="326066ed-576f-48ef-b2a4-be1b12f752c5" providerId="ADAL" clId="{83775A73-7781-47DE-9664-FD9E42478D68}" dt="2026-03-27T11:56:39.959" v="768"/>
        <pc:sldMkLst>
          <pc:docMk/>
          <pc:sldMk cId="121759057" sldId="285"/>
        </pc:sldMkLst>
        <pc:spChg chg="mod">
          <ac:chgData name="Barhate, Harsha" userId="326066ed-576f-48ef-b2a4-be1b12f752c5" providerId="ADAL" clId="{83775A73-7781-47DE-9664-FD9E42478D68}" dt="2026-03-27T11:56:39.959" v="768"/>
          <ac:spMkLst>
            <pc:docMk/>
            <pc:sldMk cId="121759057" sldId="285"/>
            <ac:spMk id="3" creationId="{88E963D6-FC73-6C7A-65C9-B5D1770D9AE3}"/>
          </ac:spMkLst>
        </pc:spChg>
      </pc:sldChg>
      <pc:sldChg chg="modSp add mod">
        <pc:chgData name="Barhate, Harsha" userId="326066ed-576f-48ef-b2a4-be1b12f752c5" providerId="ADAL" clId="{83775A73-7781-47DE-9664-FD9E42478D68}" dt="2026-03-27T11:57:08.510" v="771" actId="20577"/>
        <pc:sldMkLst>
          <pc:docMk/>
          <pc:sldMk cId="2796427907" sldId="286"/>
        </pc:sldMkLst>
        <pc:spChg chg="mod">
          <ac:chgData name="Barhate, Harsha" userId="326066ed-576f-48ef-b2a4-be1b12f752c5" providerId="ADAL" clId="{83775A73-7781-47DE-9664-FD9E42478D68}" dt="2026-03-27T11:57:08.510" v="771" actId="20577"/>
          <ac:spMkLst>
            <pc:docMk/>
            <pc:sldMk cId="2796427907" sldId="286"/>
            <ac:spMk id="3" creationId="{99449EC1-2C17-629E-553F-F9981A8D5E86}"/>
          </ac:spMkLst>
        </pc:spChg>
      </pc:sldChg>
      <pc:sldChg chg="modSp add">
        <pc:chgData name="Barhate, Harsha" userId="326066ed-576f-48ef-b2a4-be1b12f752c5" providerId="ADAL" clId="{83775A73-7781-47DE-9664-FD9E42478D68}" dt="2026-03-27T11:57:27.216" v="773"/>
        <pc:sldMkLst>
          <pc:docMk/>
          <pc:sldMk cId="3656882062" sldId="287"/>
        </pc:sldMkLst>
        <pc:spChg chg="mod">
          <ac:chgData name="Barhate, Harsha" userId="326066ed-576f-48ef-b2a4-be1b12f752c5" providerId="ADAL" clId="{83775A73-7781-47DE-9664-FD9E42478D68}" dt="2026-03-27T11:57:27.216" v="773"/>
          <ac:spMkLst>
            <pc:docMk/>
            <pc:sldMk cId="3656882062" sldId="287"/>
            <ac:spMk id="3" creationId="{397184FA-3253-6362-6C62-223E9B79E26F}"/>
          </ac:spMkLst>
        </pc:spChg>
      </pc:sldChg>
      <pc:sldChg chg="modSp add">
        <pc:chgData name="Barhate, Harsha" userId="326066ed-576f-48ef-b2a4-be1b12f752c5" providerId="ADAL" clId="{83775A73-7781-47DE-9664-FD9E42478D68}" dt="2026-03-27T11:57:50.202" v="775"/>
        <pc:sldMkLst>
          <pc:docMk/>
          <pc:sldMk cId="1400121277" sldId="288"/>
        </pc:sldMkLst>
        <pc:spChg chg="mod">
          <ac:chgData name="Barhate, Harsha" userId="326066ed-576f-48ef-b2a4-be1b12f752c5" providerId="ADAL" clId="{83775A73-7781-47DE-9664-FD9E42478D68}" dt="2026-03-27T11:57:50.202" v="775"/>
          <ac:spMkLst>
            <pc:docMk/>
            <pc:sldMk cId="1400121277" sldId="288"/>
            <ac:spMk id="3" creationId="{8BB0DD10-D131-56BA-931C-7210120BE44F}"/>
          </ac:spMkLst>
        </pc:spChg>
      </pc:sldChg>
      <pc:sldChg chg="modSp add">
        <pc:chgData name="Barhate, Harsha" userId="326066ed-576f-48ef-b2a4-be1b12f752c5" providerId="ADAL" clId="{83775A73-7781-47DE-9664-FD9E42478D68}" dt="2026-03-27T11:58:19.195" v="777"/>
        <pc:sldMkLst>
          <pc:docMk/>
          <pc:sldMk cId="1973822915" sldId="289"/>
        </pc:sldMkLst>
        <pc:spChg chg="mod">
          <ac:chgData name="Barhate, Harsha" userId="326066ed-576f-48ef-b2a4-be1b12f752c5" providerId="ADAL" clId="{83775A73-7781-47DE-9664-FD9E42478D68}" dt="2026-03-27T11:58:19.195" v="777"/>
          <ac:spMkLst>
            <pc:docMk/>
            <pc:sldMk cId="1973822915" sldId="289"/>
            <ac:spMk id="3" creationId="{CBD4334B-13BA-47B9-DC3A-EFCF03F5BEFC}"/>
          </ac:spMkLst>
        </pc:spChg>
      </pc:sldChg>
      <pc:sldChg chg="modSp add">
        <pc:chgData name="Barhate, Harsha" userId="326066ed-576f-48ef-b2a4-be1b12f752c5" providerId="ADAL" clId="{83775A73-7781-47DE-9664-FD9E42478D68}" dt="2026-03-27T11:58:37.737" v="779"/>
        <pc:sldMkLst>
          <pc:docMk/>
          <pc:sldMk cId="1639460356" sldId="290"/>
        </pc:sldMkLst>
        <pc:spChg chg="mod">
          <ac:chgData name="Barhate, Harsha" userId="326066ed-576f-48ef-b2a4-be1b12f752c5" providerId="ADAL" clId="{83775A73-7781-47DE-9664-FD9E42478D68}" dt="2026-03-27T11:58:37.737" v="779"/>
          <ac:spMkLst>
            <pc:docMk/>
            <pc:sldMk cId="1639460356" sldId="290"/>
            <ac:spMk id="3" creationId="{9B1D984A-B113-D230-7611-FB6EDD3F6169}"/>
          </ac:spMkLst>
        </pc:spChg>
      </pc:sldChg>
      <pc:sldChg chg="modSp add">
        <pc:chgData name="Barhate, Harsha" userId="326066ed-576f-48ef-b2a4-be1b12f752c5" providerId="ADAL" clId="{83775A73-7781-47DE-9664-FD9E42478D68}" dt="2026-03-27T11:59:03.316" v="782"/>
        <pc:sldMkLst>
          <pc:docMk/>
          <pc:sldMk cId="3675685213" sldId="291"/>
        </pc:sldMkLst>
        <pc:spChg chg="mod">
          <ac:chgData name="Barhate, Harsha" userId="326066ed-576f-48ef-b2a4-be1b12f752c5" providerId="ADAL" clId="{83775A73-7781-47DE-9664-FD9E42478D68}" dt="2026-03-27T11:59:03.316" v="782"/>
          <ac:spMkLst>
            <pc:docMk/>
            <pc:sldMk cId="3675685213" sldId="291"/>
            <ac:spMk id="3" creationId="{A32231E7-2BEB-10D6-A89B-58814E5CD9C6}"/>
          </ac:spMkLst>
        </pc:spChg>
      </pc:sldChg>
      <pc:sldChg chg="modSp add">
        <pc:chgData name="Barhate, Harsha" userId="326066ed-576f-48ef-b2a4-be1b12f752c5" providerId="ADAL" clId="{83775A73-7781-47DE-9664-FD9E42478D68}" dt="2026-03-27T11:59:29.342" v="783"/>
        <pc:sldMkLst>
          <pc:docMk/>
          <pc:sldMk cId="1890639148" sldId="292"/>
        </pc:sldMkLst>
        <pc:spChg chg="mod">
          <ac:chgData name="Barhate, Harsha" userId="326066ed-576f-48ef-b2a4-be1b12f752c5" providerId="ADAL" clId="{83775A73-7781-47DE-9664-FD9E42478D68}" dt="2026-03-27T11:59:29.342" v="783"/>
          <ac:spMkLst>
            <pc:docMk/>
            <pc:sldMk cId="1890639148" sldId="292"/>
            <ac:spMk id="3" creationId="{BE649083-28C0-5EC9-7DD0-C7504AC4019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43728-1823-935D-017A-F94F4CF9C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F30EE-9FF9-DCA2-C459-2AA9085E0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69A54-61CD-2F36-CC94-6402B87C6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29EC-BDBC-49AD-9C25-DAF4D5F44A8D}" type="datetimeFigureOut">
              <a:rPr lang="en-AU" smtClean="0"/>
              <a:t>27/03/2026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CCEE0-EDA7-51D7-32E8-35F37BDA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FABB9-1D3A-1D04-44A4-94E46EBF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B50F6-7FDC-487B-AD93-7226510382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4254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ED75-096C-D268-626E-199396E7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53A13-006D-B92F-6363-01388163B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D04AB-DAC5-7453-64A6-E8FC88ADD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29EC-BDBC-49AD-9C25-DAF4D5F44A8D}" type="datetimeFigureOut">
              <a:rPr lang="en-AU" smtClean="0"/>
              <a:t>27/03/2026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869E4-E94E-3B23-EAA2-EC517BAC3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100E1-4808-8C93-5497-7D93CE97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B50F6-7FDC-487B-AD93-7226510382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7978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017FA-A6B6-4651-6567-283EBE6B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7ED3E-15DF-AEC2-55BB-D263D8614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B2E01-53EA-85AE-2E4D-11AD57EC9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29EC-BDBC-49AD-9C25-DAF4D5F44A8D}" type="datetimeFigureOut">
              <a:rPr lang="en-AU" smtClean="0"/>
              <a:t>27/03/2026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EDB0C-B9BD-D2AB-123A-44AE9A6A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2A7C4-F22A-18D0-8228-5EE8C21E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B50F6-7FDC-487B-AD93-7226510382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9915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B034-EC33-5E9D-05CC-D875DA65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C0CB6-4108-34ED-52C2-909F50681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1D534-20D7-E4FE-AD3D-E1AFDE4D9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03D93-51EB-C73D-9E03-8572DB95D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29EC-BDBC-49AD-9C25-DAF4D5F44A8D}" type="datetimeFigureOut">
              <a:rPr lang="en-AU" smtClean="0"/>
              <a:t>27/03/2026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F7696-DDC5-C92E-9B14-0300F249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4A999-4B24-E8B1-93AE-0F90A7AB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B50F6-7FDC-487B-AD93-7226510382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575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7ED0-73AE-6739-C514-1EA270499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C7F8A-BD5A-1F25-C659-F4E212305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DACF1-B833-B983-1D1E-FCCE6411D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C1FD1E-A1C3-DF1B-39D9-FB5FE7632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B31CCE-27B6-4770-08E9-13BF794702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EC419-A41F-92A2-39BF-CEAEA70AB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29EC-BDBC-49AD-9C25-DAF4D5F44A8D}" type="datetimeFigureOut">
              <a:rPr lang="en-AU" smtClean="0"/>
              <a:t>27/03/2026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77A410-7ED1-801E-8035-25B7A641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A4D856-E682-CB9D-6863-232C3DA5D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B50F6-7FDC-487B-AD93-7226510382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456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5011-0453-3DBB-F7A8-DEC103C97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372633-3645-41D1-BD7A-677B30DD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29EC-BDBC-49AD-9C25-DAF4D5F44A8D}" type="datetimeFigureOut">
              <a:rPr lang="en-AU" smtClean="0"/>
              <a:t>27/03/2026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2AFE3-ED4C-93ED-F3D8-0163B931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8C577-D8B1-3EA6-6654-1C74D068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B50F6-7FDC-487B-AD93-7226510382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4213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5B66AD-18D7-F478-E1F8-AA666BB0F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29EC-BDBC-49AD-9C25-DAF4D5F44A8D}" type="datetimeFigureOut">
              <a:rPr lang="en-AU" smtClean="0"/>
              <a:t>27/03/2026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5C9F2E-47AB-7900-A01F-70BA85DAD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623FF-120C-B8B0-06C1-17391D3FE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B50F6-7FDC-487B-AD93-7226510382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7967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D025B-73DF-D601-EDFB-77688779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BF072-68DF-1AE7-77AE-8CC60227B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52124-51A0-3AEC-E35A-9D78C2548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B1132-17CD-5763-724B-5C248F0B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29EC-BDBC-49AD-9C25-DAF4D5F44A8D}" type="datetimeFigureOut">
              <a:rPr lang="en-AU" smtClean="0"/>
              <a:t>27/03/2026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861C7-CC30-3F76-A510-AFAEC5E0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E8C88-1067-F773-3597-BA0D6EDAD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B50F6-7FDC-487B-AD93-7226510382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212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B8665-5E97-BB45-34A5-7C6239D89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3F2F7-851B-0BA5-2837-848B7D601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668BB-E034-5BBB-6EF1-16F60BFFA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3C0F7-30AD-5442-B898-F8E1B7BF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29EC-BDBC-49AD-9C25-DAF4D5F44A8D}" type="datetimeFigureOut">
              <a:rPr lang="en-AU" smtClean="0"/>
              <a:t>27/03/2026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0C380-9A23-4C9E-6E98-5FA22C24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1B6AC-D249-A2BD-9530-04C064E42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B50F6-7FDC-487B-AD93-7226510382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6847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F161-707F-AEE2-1672-B4F42D2D8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89F25-764D-08B1-D2A6-7E9157A36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53D04-C24C-AD31-311A-3574CB850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29EC-BDBC-49AD-9C25-DAF4D5F44A8D}" type="datetimeFigureOut">
              <a:rPr lang="en-AU" smtClean="0"/>
              <a:t>27/03/2026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5C897-C819-A7B1-DD2B-9E191F3E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37A53-F935-9C50-BAE4-05C22D2E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B50F6-7FDC-487B-AD93-7226510382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7856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8AE762-2882-E42A-4AB0-3B50F351C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4E4CA-B772-E36B-AD74-BD480FB8F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97B5E-7ADB-A852-2E88-11D2CC70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29EC-BDBC-49AD-9C25-DAF4D5F44A8D}" type="datetimeFigureOut">
              <a:rPr lang="en-AU" smtClean="0"/>
              <a:t>27/03/2026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E0517-9456-C158-3500-916F5788C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F8C30-48B8-7E76-88B1-AE40A9D5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B50F6-7FDC-487B-AD93-7226510382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346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632EC-0EC5-F35B-CD62-22F99B015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91F67-D13D-6E5A-5058-CDAF87563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A6953-7082-50CB-B669-9D6C1DF00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A29EC-BDBC-49AD-9C25-DAF4D5F44A8D}" type="datetimeFigureOut">
              <a:rPr lang="en-AU" smtClean="0"/>
              <a:t>27/03/2026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3E2A9-B60B-2AEC-EE88-71933CB21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A7FE8-445E-5257-0BF7-44BCF11BB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B50F6-7FDC-487B-AD93-7226510382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1396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1C38F-CC68-F0DE-695D-F53CBFAB1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HYB Consulting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6FC00-69B2-FDE1-1873-ECEF43F6B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1022"/>
            <a:ext cx="9144000" cy="2048954"/>
          </a:xfrm>
        </p:spPr>
        <p:txBody>
          <a:bodyPr>
            <a:normAutofit/>
          </a:bodyPr>
          <a:lstStyle/>
          <a:p>
            <a:r>
              <a:rPr lang="en-US" sz="1400" dirty="0"/>
              <a:t>Founded HYB Consulting, providing end-to-end test and quality consulting services from Test Analyst to Program Test Leadership. Leading enterprise-scale assurance, security, and transformation initiatives, delivering integrated solutions that help businesses overcome technology challenges through strategic testing and quality assurance.</a:t>
            </a:r>
            <a:endParaRPr lang="en-AU" sz="1400" dirty="0"/>
          </a:p>
          <a:p>
            <a:r>
              <a:rPr lang="en-AU" dirty="0"/>
              <a:t>Our team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sz="1800" dirty="0"/>
              <a:t>Harsha Barhate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sz="1800" dirty="0"/>
              <a:t>Arnav Barhate</a:t>
            </a:r>
          </a:p>
        </p:txBody>
      </p:sp>
    </p:spTree>
    <p:extLst>
      <p:ext uri="{BB962C8B-B14F-4D97-AF65-F5344CB8AC3E}">
        <p14:creationId xmlns:p14="http://schemas.microsoft.com/office/powerpoint/2010/main" val="2062485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AFF5B-6488-DDCD-B437-8D60708C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C76A-93C3-C8D0-9C09-A623955EA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HYB Consulting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4040B-3FC8-3B79-2E0B-F28B83032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1022"/>
            <a:ext cx="9144000" cy="2048954"/>
          </a:xfrm>
        </p:spPr>
        <p:txBody>
          <a:bodyPr>
            <a:normAutofit/>
          </a:bodyPr>
          <a:lstStyle/>
          <a:p>
            <a:r>
              <a:rPr lang="en-AU" dirty="0"/>
              <a:t>Summary: </a:t>
            </a:r>
          </a:p>
          <a:p>
            <a:pPr algn="l"/>
            <a:r>
              <a:rPr lang="en-AU" sz="1800" dirty="0"/>
              <a:t>Companies want a QA recruiter who can: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Understand testing basics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Find good candidates fast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Screen them properly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Communicate well and manage the hiring process</a:t>
            </a:r>
          </a:p>
        </p:txBody>
      </p:sp>
    </p:spTree>
    <p:extLst>
      <p:ext uri="{BB962C8B-B14F-4D97-AF65-F5344CB8AC3E}">
        <p14:creationId xmlns:p14="http://schemas.microsoft.com/office/powerpoint/2010/main" val="338856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987CD-B8C3-3314-F1C5-EDAFB5186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FADB9-24EE-AFD2-4844-85BE9275D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HYB Consulting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3CAD5-EBC9-29D2-0E41-6C7AC8A67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1022"/>
            <a:ext cx="9144000" cy="2048954"/>
          </a:xfrm>
        </p:spPr>
        <p:txBody>
          <a:bodyPr>
            <a:normAutofit fontScale="92500" lnSpcReduction="20000"/>
          </a:bodyPr>
          <a:lstStyle/>
          <a:p>
            <a:r>
              <a:rPr lang="en-AU" sz="2600" dirty="0"/>
              <a:t>Point 1 : </a:t>
            </a:r>
          </a:p>
          <a:p>
            <a:pPr algn="l"/>
            <a:r>
              <a:rPr lang="en-AU" sz="1900" dirty="0"/>
              <a:t>Understanding of software testing basics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300" dirty="0"/>
              <a:t>Types of testing: manual vs automation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300" dirty="0"/>
              <a:t>Levels: unit, integration, system, UAT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300" dirty="0"/>
              <a:t>Basics of Selenium, JIRA, test cases, bug reports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300" dirty="0"/>
              <a:t>SDLC &amp; Agile </a:t>
            </a:r>
          </a:p>
          <a:p>
            <a:pPr algn="l"/>
            <a:r>
              <a:rPr lang="en-AU" sz="1300" dirty="0"/>
              <a:t>👉 They want to see that you can </a:t>
            </a:r>
            <a:r>
              <a:rPr lang="en-AU" sz="1300" b="1" dirty="0"/>
              <a:t>understand resumes and ask relevant questions</a:t>
            </a:r>
            <a:endParaRPr lang="en-AU" sz="13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247741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2D8D7-E5FA-9AFE-B6D3-42F559EC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DDA08-0EA4-D300-D9EA-473556999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HYB Consulting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89AF3-E028-BD16-7DC6-7059C29AB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1022"/>
            <a:ext cx="9144000" cy="2295842"/>
          </a:xfrm>
        </p:spPr>
        <p:txBody>
          <a:bodyPr>
            <a:normAutofit fontScale="55000" lnSpcReduction="20000"/>
          </a:bodyPr>
          <a:lstStyle/>
          <a:p>
            <a:r>
              <a:rPr lang="en-AU" sz="4400" dirty="0"/>
              <a:t>Point 2 : </a:t>
            </a:r>
          </a:p>
          <a:p>
            <a:pPr algn="l"/>
            <a:r>
              <a:rPr lang="en-AU" sz="3300" dirty="0"/>
              <a:t>Sourcing &amp; screening skills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2200" dirty="0"/>
              <a:t>Core recruiter skills matter a lot: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2200" dirty="0"/>
              <a:t>Finding candidates on platforms like LinkedIn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2200" dirty="0"/>
              <a:t>Boolean search techniques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2200" dirty="0"/>
              <a:t>Screening resumes quickly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2200" dirty="0"/>
              <a:t>Matching candidate skills with job requirements </a:t>
            </a:r>
          </a:p>
          <a:p>
            <a:pPr algn="l"/>
            <a:r>
              <a:rPr lang="en-AU" sz="2200" dirty="0"/>
              <a:t>👉 This is usually the </a:t>
            </a:r>
            <a:r>
              <a:rPr lang="en-AU" sz="2200" b="1" dirty="0"/>
              <a:t>most important skill</a:t>
            </a:r>
            <a:endParaRPr lang="en-AU" sz="2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1019874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EA90A-09F4-715B-C1D5-737B80A00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7B07C-FE8D-3B01-E851-C9DB15CA4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HYB Consulting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C75525-D0A0-6BD1-EF56-4C18E7722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1022"/>
            <a:ext cx="9144000" cy="2048954"/>
          </a:xfrm>
        </p:spPr>
        <p:txBody>
          <a:bodyPr>
            <a:normAutofit/>
          </a:bodyPr>
          <a:lstStyle/>
          <a:p>
            <a:r>
              <a:rPr lang="en-AU" dirty="0"/>
              <a:t>Point 3 : </a:t>
            </a:r>
          </a:p>
          <a:p>
            <a:pPr algn="l"/>
            <a:r>
              <a:rPr lang="en-AU" sz="1800" dirty="0"/>
              <a:t>Communication skills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Clear communication with candidates and hiring managers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Ability to explain job roles properly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Good follow-up and coordination </a:t>
            </a:r>
          </a:p>
          <a:p>
            <a:pPr algn="l"/>
            <a:r>
              <a:rPr lang="en-AU" sz="1200" dirty="0"/>
              <a:t>👉 Companies want recruiters who don’t lose candidates during the process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420239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EDE8E-60F2-9D97-3012-B4C39E6A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46A80-AF33-0DAE-7FE2-415B36450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HYB Consulting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13D3F-BF7D-8996-F412-DD0B605BB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1022"/>
            <a:ext cx="9144000" cy="2048954"/>
          </a:xfrm>
        </p:spPr>
        <p:txBody>
          <a:bodyPr>
            <a:normAutofit fontScale="92500" lnSpcReduction="20000"/>
          </a:bodyPr>
          <a:lstStyle/>
          <a:p>
            <a:r>
              <a:rPr lang="en-AU" sz="2600" dirty="0"/>
              <a:t>Point 4 : </a:t>
            </a:r>
          </a:p>
          <a:p>
            <a:pPr algn="l"/>
            <a:r>
              <a:rPr lang="en-AU" sz="1900" dirty="0"/>
              <a:t>Basic technical screening ability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300" dirty="0"/>
              <a:t>You may be expected to ask simple questions like: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300" dirty="0"/>
              <a:t>Difference between manual &amp; automation testing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300" dirty="0"/>
              <a:t>What is a test case / bug lifecycle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300" dirty="0"/>
              <a:t>Experience with tools like Selenium </a:t>
            </a:r>
          </a:p>
          <a:p>
            <a:pPr algn="l"/>
            <a:r>
              <a:rPr lang="en-AU" sz="1300" dirty="0"/>
              <a:t>👉 Not deep technical—but enough to </a:t>
            </a:r>
            <a:r>
              <a:rPr lang="en-AU" sz="1300" b="1" dirty="0"/>
              <a:t>filter weak candidates</a:t>
            </a:r>
            <a:endParaRPr lang="en-AU" sz="13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1502538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77C7-EAD8-34A3-EBC8-4894AFF4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9F094-3D9F-E6FB-3633-E773C6FA8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HYB Consulting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14AC43-D9A6-8A7A-314C-DE48238E8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1022"/>
            <a:ext cx="9144000" cy="2048954"/>
          </a:xfrm>
        </p:spPr>
        <p:txBody>
          <a:bodyPr>
            <a:normAutofit/>
          </a:bodyPr>
          <a:lstStyle/>
          <a:p>
            <a:r>
              <a:rPr lang="en-AU" dirty="0"/>
              <a:t>Point 5 : </a:t>
            </a:r>
          </a:p>
          <a:p>
            <a:pPr algn="l"/>
            <a:r>
              <a:rPr lang="en-AU" sz="1800" dirty="0"/>
              <a:t>Organisation &amp; process management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Scheduling interviews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Managing pipelines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Using ATS tools (Applicant Tracking Systems) </a:t>
            </a:r>
          </a:p>
          <a:p>
            <a:pPr algn="l"/>
            <a:r>
              <a:rPr lang="en-AU" sz="1200" dirty="0"/>
              <a:t>👉 Being organised = faster hiring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1394781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539F1-39C2-08B7-E05F-43F76C445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9452B-829C-2328-CC40-DF3EA3ADC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HYB Consulting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CEDAD-90C1-0FC3-1CDB-F09F28201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1022"/>
            <a:ext cx="9144000" cy="2048954"/>
          </a:xfrm>
        </p:spPr>
        <p:txBody>
          <a:bodyPr>
            <a:normAutofit/>
          </a:bodyPr>
          <a:lstStyle/>
          <a:p>
            <a:r>
              <a:rPr lang="en-AU" dirty="0"/>
              <a:t>Point 6 : </a:t>
            </a:r>
          </a:p>
          <a:p>
            <a:pPr algn="l"/>
            <a:r>
              <a:rPr lang="en-AU" sz="1800" dirty="0"/>
              <a:t>Understanding client/company needs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Read job descriptions carefully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Know what kind of tester is needed (manual, automation, performance, etc.)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Align candidates with company culture</a:t>
            </a:r>
          </a:p>
        </p:txBody>
      </p:sp>
    </p:spTree>
    <p:extLst>
      <p:ext uri="{BB962C8B-B14F-4D97-AF65-F5344CB8AC3E}">
        <p14:creationId xmlns:p14="http://schemas.microsoft.com/office/powerpoint/2010/main" val="1614045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ECC4-C66B-D936-5B80-FE071A66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76E9E-1A3D-6E5D-BD08-D9078B4DA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HYB Consulting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7EE57-EAFA-60EA-DC2C-B50E5B084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1022"/>
            <a:ext cx="9144000" cy="2048954"/>
          </a:xfrm>
        </p:spPr>
        <p:txBody>
          <a:bodyPr>
            <a:normAutofit/>
          </a:bodyPr>
          <a:lstStyle/>
          <a:p>
            <a:r>
              <a:rPr lang="en-AU" dirty="0"/>
              <a:t>Point 7 : </a:t>
            </a:r>
          </a:p>
          <a:p>
            <a:pPr algn="l"/>
            <a:r>
              <a:rPr lang="en-AU" sz="1800" dirty="0"/>
              <a:t>Additional skills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Experience hiring QA roles before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Knowledge of automation trends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1200" dirty="0"/>
              <a:t>Understanding of tools like: Postman and TestNG</a:t>
            </a:r>
          </a:p>
        </p:txBody>
      </p:sp>
    </p:spTree>
    <p:extLst>
      <p:ext uri="{BB962C8B-B14F-4D97-AF65-F5344CB8AC3E}">
        <p14:creationId xmlns:p14="http://schemas.microsoft.com/office/powerpoint/2010/main" val="2208575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08D1E-6B2A-3F23-D161-86492EBB0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8853-3747-9DD3-A0AB-A129CD0F2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HYB Consulting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1C984-DCCA-4B1B-E18D-1522C29AD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1022"/>
            <a:ext cx="9144000" cy="2048954"/>
          </a:xfrm>
        </p:spPr>
        <p:txBody>
          <a:bodyPr>
            <a:normAutofit/>
          </a:bodyPr>
          <a:lstStyle/>
          <a:p>
            <a:r>
              <a:rPr lang="en-AU" dirty="0"/>
              <a:t>Point 8 : </a:t>
            </a:r>
          </a:p>
          <a:p>
            <a:pPr algn="l"/>
            <a:r>
              <a:rPr lang="en-AU" sz="1800" dirty="0"/>
              <a:t>If you want, I can also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200" dirty="0"/>
              <a:t>give you </a:t>
            </a:r>
            <a:r>
              <a:rPr lang="en-AU" sz="1200" b="1" dirty="0"/>
              <a:t>interview questions for QA recruiter roles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200" dirty="0"/>
              <a:t>or help you </a:t>
            </a:r>
            <a:r>
              <a:rPr lang="en-AU" sz="1200" b="1" dirty="0"/>
              <a:t>prepare answers to crack the interview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120525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EBFA-33A6-E4F6-49C1-BCE90495B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1C05-3B9D-A4F2-9377-89531F662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E5FCD-B461-8EEB-C6D5-90A5E73D5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Simple rule to remember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800" dirty="0"/>
              <a:t>Start with clarity from the customer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800" dirty="0"/>
              <a:t>30% time understanding requirement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800" dirty="0"/>
              <a:t>70% time sourcing the </a:t>
            </a:r>
            <a:r>
              <a:rPr lang="en-AU" sz="1800" i="1" dirty="0"/>
              <a:t>right</a:t>
            </a:r>
            <a:r>
              <a:rPr lang="en-AU" sz="1800" dirty="0"/>
              <a:t> candidates</a:t>
            </a:r>
          </a:p>
        </p:txBody>
      </p:sp>
    </p:spTree>
    <p:extLst>
      <p:ext uri="{BB962C8B-B14F-4D97-AF65-F5344CB8AC3E}">
        <p14:creationId xmlns:p14="http://schemas.microsoft.com/office/powerpoint/2010/main" val="3783745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C0202-4F46-9C6C-9BFA-64983FEDC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33D17-D7CE-8338-D427-D1E4A0714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138C0-1A9D-B554-83A4-6132B07B9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Step 1: </a:t>
            </a:r>
          </a:p>
          <a:p>
            <a:pPr algn="l"/>
            <a:r>
              <a:rPr lang="en-AU" sz="1800" dirty="0"/>
              <a:t>Before touching any CVs, you need a clear requirement</a:t>
            </a:r>
            <a:r>
              <a:rPr lang="en-AU" sz="1900" dirty="0"/>
              <a:t>. </a:t>
            </a:r>
          </a:p>
          <a:p>
            <a:pPr algn="l"/>
            <a:r>
              <a:rPr lang="en-AU" sz="1200" dirty="0"/>
              <a:t>Talk to the hiring manager and clarify:</a:t>
            </a:r>
          </a:p>
          <a:p>
            <a:pPr algn="l"/>
            <a:r>
              <a:rPr lang="en-AU" sz="1200" dirty="0"/>
              <a:t>What role? (e.g. QA manual, automation, senior, etc.) </a:t>
            </a:r>
          </a:p>
          <a:p>
            <a:pPr algn="l"/>
            <a:r>
              <a:rPr lang="en-AU" sz="1200" dirty="0"/>
              <a:t>Must-have vs nice-to-have skills </a:t>
            </a:r>
          </a:p>
          <a:p>
            <a:pPr algn="l"/>
            <a:r>
              <a:rPr lang="en-AU" sz="1200" dirty="0"/>
              <a:t>Tools (e.g. Selenium, JIRA) </a:t>
            </a:r>
          </a:p>
          <a:p>
            <a:pPr algn="l"/>
            <a:r>
              <a:rPr lang="en-AU" sz="1200" dirty="0"/>
              <a:t>Experience level </a:t>
            </a:r>
          </a:p>
          <a:p>
            <a:pPr algn="l"/>
            <a:r>
              <a:rPr lang="en-AU" sz="1200" dirty="0"/>
              <a:t>Budget / salary range </a:t>
            </a:r>
          </a:p>
          <a:p>
            <a:pPr algn="l"/>
            <a:r>
              <a:rPr lang="en-AU" sz="1200" dirty="0"/>
              <a:t>Timeline (urgent or not) </a:t>
            </a:r>
          </a:p>
          <a:p>
            <a:pPr algn="l"/>
            <a:r>
              <a:rPr lang="en-AU" sz="1200" dirty="0"/>
              <a:t>👉 This step is often called a </a:t>
            </a:r>
            <a:r>
              <a:rPr lang="en-AU" sz="1200" b="1" dirty="0"/>
              <a:t>requirement briefing</a:t>
            </a:r>
            <a:endParaRPr lang="en-AU" sz="1200" dirty="0"/>
          </a:p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489893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AD380-EF97-03EC-F2F0-68C620D6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61F3F-BF4E-6F85-5044-FDB827D9F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C8E26-6A2E-9CA2-BDBA-E09C25DEF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Step 2: </a:t>
            </a:r>
          </a:p>
          <a:p>
            <a:pPr algn="l"/>
            <a:r>
              <a:rPr lang="en-AU" sz="1800" dirty="0"/>
              <a:t>Build your search strategy</a:t>
            </a:r>
          </a:p>
          <a:p>
            <a:pPr algn="l"/>
            <a:r>
              <a:rPr lang="en-AU" sz="1200" dirty="0"/>
              <a:t>Once you understand the role:</a:t>
            </a:r>
          </a:p>
          <a:p>
            <a:pPr algn="l"/>
            <a:r>
              <a:rPr lang="en-AU" sz="1200" dirty="0"/>
              <a:t>Decide where to search (LinkedIn, job portals, internal database) </a:t>
            </a:r>
          </a:p>
          <a:p>
            <a:pPr algn="l"/>
            <a:r>
              <a:rPr lang="en-AU" sz="1200" dirty="0"/>
              <a:t>Create Boolean search strings </a:t>
            </a:r>
          </a:p>
          <a:p>
            <a:pPr algn="l"/>
            <a:r>
              <a:rPr lang="en-AU" sz="1200" dirty="0"/>
              <a:t>Identify target companies or profiles</a:t>
            </a:r>
          </a:p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770562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6CC1C-71F0-7556-0C46-7C79F68D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8C5F-818F-8AA4-233F-D49048965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008DD-A86C-CF8F-E5BC-8330042F0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Step 3: </a:t>
            </a:r>
          </a:p>
          <a:p>
            <a:pPr algn="l"/>
            <a:r>
              <a:rPr lang="en-AU" sz="1800" dirty="0"/>
              <a:t>CV sourcing &amp; collection</a:t>
            </a:r>
          </a:p>
          <a:p>
            <a:pPr algn="l"/>
            <a:r>
              <a:rPr lang="en-AU" sz="1200" dirty="0"/>
              <a:t>Now you:</a:t>
            </a:r>
          </a:p>
          <a:p>
            <a:pPr algn="l"/>
            <a:r>
              <a:rPr lang="en-AU" sz="1200" dirty="0"/>
              <a:t>Start collecting CVs </a:t>
            </a:r>
          </a:p>
          <a:p>
            <a:pPr algn="l"/>
            <a:r>
              <a:rPr lang="en-AU" sz="1200" dirty="0"/>
              <a:t>Reach out to candidates </a:t>
            </a:r>
          </a:p>
          <a:p>
            <a:pPr algn="l"/>
            <a:r>
              <a:rPr lang="en-AU" sz="1200" dirty="0"/>
              <a:t>Build a pipeline </a:t>
            </a:r>
          </a:p>
          <a:p>
            <a:pPr algn="l"/>
            <a:r>
              <a:rPr lang="en-AU" sz="1200" dirty="0"/>
              <a:t>👉 Now your CVs are </a:t>
            </a:r>
            <a:r>
              <a:rPr lang="en-AU" sz="1200" b="1" dirty="0"/>
              <a:t>relevant</a:t>
            </a:r>
            <a:r>
              <a:rPr lang="en-AU" sz="1200" dirty="0"/>
              <a:t>, not random</a:t>
            </a:r>
          </a:p>
        </p:txBody>
      </p:sp>
    </p:spTree>
    <p:extLst>
      <p:ext uri="{BB962C8B-B14F-4D97-AF65-F5344CB8AC3E}">
        <p14:creationId xmlns:p14="http://schemas.microsoft.com/office/powerpoint/2010/main" val="4092482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4D129-E892-17BE-F110-9112DDC0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E4AD-890D-6D43-0561-442D5F96A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7DD9D-14AE-CEEE-5BAC-B7EE6A057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Step 4: </a:t>
            </a:r>
          </a:p>
          <a:p>
            <a:pPr algn="l"/>
            <a:r>
              <a:rPr lang="en-AU" sz="1800" dirty="0"/>
              <a:t>Screening</a:t>
            </a:r>
            <a:endParaRPr lang="en-AU" sz="1200" dirty="0"/>
          </a:p>
          <a:p>
            <a:pPr algn="l"/>
            <a:r>
              <a:rPr lang="en-AU" sz="1200" dirty="0"/>
              <a:t>Check resumes against requirements</a:t>
            </a:r>
          </a:p>
          <a:p>
            <a:pPr algn="l"/>
            <a:r>
              <a:rPr lang="en-AU" sz="1200" dirty="0"/>
              <a:t>Do initial screening calls</a:t>
            </a:r>
          </a:p>
          <a:p>
            <a:pPr algn="l"/>
            <a:r>
              <a:rPr lang="en-AU" sz="1200" dirty="0"/>
              <a:t>Ask basic technical questions</a:t>
            </a:r>
          </a:p>
        </p:txBody>
      </p:sp>
    </p:spTree>
    <p:extLst>
      <p:ext uri="{BB962C8B-B14F-4D97-AF65-F5344CB8AC3E}">
        <p14:creationId xmlns:p14="http://schemas.microsoft.com/office/powerpoint/2010/main" val="500968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6BEA9-F54F-7380-F53C-44A41F34B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C8360-E4FC-BBC2-BE6A-9427AE04B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F780A1-C3B6-31F6-C123-2BEC040E9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Step 5: </a:t>
            </a:r>
          </a:p>
          <a:p>
            <a:pPr algn="l"/>
            <a:r>
              <a:rPr lang="en-AU" sz="1800" dirty="0"/>
              <a:t> Submit to customer</a:t>
            </a:r>
          </a:p>
          <a:p>
            <a:pPr algn="l"/>
            <a:r>
              <a:rPr lang="en-AU" sz="1200" dirty="0"/>
              <a:t>Send shortlisted candidates</a:t>
            </a:r>
          </a:p>
          <a:p>
            <a:pPr algn="l"/>
            <a:r>
              <a:rPr lang="en-AU" sz="1200" dirty="0"/>
              <a:t>Get feedback</a:t>
            </a:r>
          </a:p>
          <a:p>
            <a:pPr algn="l"/>
            <a:r>
              <a:rPr lang="en-AU" sz="1200" dirty="0"/>
              <a:t>Iterate if needed</a:t>
            </a:r>
          </a:p>
        </p:txBody>
      </p:sp>
    </p:spTree>
    <p:extLst>
      <p:ext uri="{BB962C8B-B14F-4D97-AF65-F5344CB8AC3E}">
        <p14:creationId xmlns:p14="http://schemas.microsoft.com/office/powerpoint/2010/main" val="2996706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29658-D1C8-23CD-39AE-95C2F4824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3D69-A308-DD94-0C3F-A8FBCD686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Approach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E6E947-800C-7F14-1610-B7194EBB8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Simple Formula  to remember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800" dirty="0"/>
              <a:t>Research → Short message → Show value → Ask smart questions → Follow up</a:t>
            </a:r>
          </a:p>
          <a:p>
            <a:pPr algn="l"/>
            <a:r>
              <a:rPr lang="en-AU" sz="1800" b="1" dirty="0"/>
              <a:t>Common mistakes to avoid</a:t>
            </a:r>
          </a:p>
          <a:p>
            <a:pPr algn="l"/>
            <a:r>
              <a:rPr lang="en-AU" sz="1800" dirty="0"/>
              <a:t>Sending long generic messages </a:t>
            </a:r>
          </a:p>
          <a:p>
            <a:pPr algn="l"/>
            <a:r>
              <a:rPr lang="en-AU" sz="1800" dirty="0"/>
              <a:t>Asking for jobs without context </a:t>
            </a:r>
          </a:p>
          <a:p>
            <a:pPr algn="l"/>
            <a:r>
              <a:rPr lang="en-AU" sz="1800" dirty="0"/>
              <a:t>Not understanding the role </a:t>
            </a:r>
          </a:p>
          <a:p>
            <a:pPr algn="l"/>
            <a:r>
              <a:rPr lang="en-AU" sz="1800" dirty="0"/>
              <a:t>No follow-up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544864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96C64-D8D4-52DA-6562-6D1CA2C34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1CDF-D4EF-D8B7-4842-405187B3F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Approach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E5FD7-0F9D-8065-2251-E3B63017B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Do a little homework first</a:t>
            </a:r>
          </a:p>
          <a:p>
            <a:pPr algn="l"/>
            <a:r>
              <a:rPr lang="en-AU" sz="1400" dirty="0"/>
              <a:t>Before reaching out: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Understand the company and what they do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Identify if they hire roles like Software Testing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Check what tools they might use (e.g. Selenium, JIRA) </a:t>
            </a:r>
          </a:p>
          <a:p>
            <a:pPr algn="l"/>
            <a:r>
              <a:rPr lang="en-AU" sz="1400" dirty="0"/>
              <a:t>👉 This helps you sound relevant, not generic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02070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C5D9A-86F9-9BF7-E458-0FD605461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A904-BDFC-D548-04FE-0D200DCDD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Approach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AA8932-6A57-3ECA-31BF-F61BE961F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Start with a strong first message (very important)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You can approach via: LinkedIn, Email, Cold call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Example (LinkedIn / Email) - </a:t>
            </a:r>
          </a:p>
          <a:p>
            <a:pPr algn="l"/>
            <a:r>
              <a:rPr lang="en-AU" sz="1400" dirty="0"/>
              <a:t>Hi [Name],</a:t>
            </a:r>
          </a:p>
          <a:p>
            <a:pPr algn="l"/>
            <a:r>
              <a:rPr lang="en-AU" sz="1400" dirty="0"/>
              <a:t>I came across your team at [Company Name] and noticed you're working on [project/product]. I specialize in hiring QA/test engineers, and I recently helped clients close similar roles quickly.</a:t>
            </a:r>
          </a:p>
          <a:p>
            <a:pPr algn="l"/>
            <a:r>
              <a:rPr lang="en-AU" sz="1400" dirty="0"/>
              <a:t>Would you be open to a quick chat to see if I can support your current or upcoming hiring needs?</a:t>
            </a:r>
          </a:p>
          <a:p>
            <a:pPr algn="l"/>
            <a:r>
              <a:rPr lang="en-AU" sz="1400" dirty="0"/>
              <a:t>Thanks,</a:t>
            </a:r>
            <a:br>
              <a:rPr lang="en-AU" sz="1400" dirty="0"/>
            </a:br>
            <a:r>
              <a:rPr lang="en-AU" sz="1400" dirty="0"/>
              <a:t>[Your Name]</a:t>
            </a:r>
          </a:p>
          <a:p>
            <a:pPr algn="l"/>
            <a:r>
              <a:rPr lang="en-AU" sz="1400" dirty="0"/>
              <a:t>👉 Keep it </a:t>
            </a:r>
            <a:r>
              <a:rPr lang="en-AU" sz="1400" b="1" dirty="0"/>
              <a:t>short + relevant + not pushy</a:t>
            </a:r>
            <a:endParaRPr lang="en-AU" sz="14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3001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8A212-BE7F-F29F-6F86-8F2413B5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E74ED-F7C2-6EBD-3C27-D8032C82D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Approach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43006-1C80-8982-8F30-B4F296188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Focus on value (not begging for roles)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Instead of:</a:t>
            </a:r>
            <a:br>
              <a:rPr lang="en-AU" sz="1400" dirty="0"/>
            </a:br>
            <a:r>
              <a:rPr lang="en-AU" sz="1400" dirty="0"/>
              <a:t>❌ “Do you have any openings?”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Say:</a:t>
            </a:r>
          </a:p>
          <a:p>
            <a:pPr algn="l"/>
            <a:r>
              <a:rPr lang="en-AU" sz="1400" dirty="0"/>
              <a:t>“I have strong QA candidates available” </a:t>
            </a:r>
          </a:p>
          <a:p>
            <a:pPr algn="l"/>
            <a:r>
              <a:rPr lang="en-AU" sz="1400" dirty="0"/>
              <a:t>“I can help reduce your hiring time” </a:t>
            </a:r>
          </a:p>
          <a:p>
            <a:pPr algn="l"/>
            <a:r>
              <a:rPr lang="en-AU" sz="1400" dirty="0"/>
              <a:t>“I specialize in hard-to-fill testing roles” </a:t>
            </a:r>
          </a:p>
          <a:p>
            <a:pPr algn="l"/>
            <a:r>
              <a:rPr lang="en-AU" sz="1400" dirty="0"/>
              <a:t>👉 Show </a:t>
            </a:r>
            <a:r>
              <a:rPr lang="en-AU" sz="1400" b="1" dirty="0"/>
              <a:t>what you bring</a:t>
            </a:r>
            <a:r>
              <a:rPr lang="en-AU" sz="1400" dirty="0"/>
              <a:t>, not what you want</a:t>
            </a:r>
          </a:p>
        </p:txBody>
      </p:sp>
    </p:spTree>
    <p:extLst>
      <p:ext uri="{BB962C8B-B14F-4D97-AF65-F5344CB8AC3E}">
        <p14:creationId xmlns:p14="http://schemas.microsoft.com/office/powerpoint/2010/main" val="3352576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EA978-8447-C6F0-2936-2A9D1B1B0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0A6DD-BCA1-8EB2-968B-9E74F65A4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Approach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A0BD48-493C-DCB9-528A-8C580C699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When they respond – ask the right questions</a:t>
            </a:r>
          </a:p>
          <a:p>
            <a:pPr algn="l"/>
            <a:r>
              <a:rPr lang="en-AU" sz="1400" dirty="0"/>
              <a:t>Once you get a reply or call:</a:t>
            </a:r>
          </a:p>
          <a:p>
            <a:pPr algn="l"/>
            <a:r>
              <a:rPr lang="en-AU" sz="1400" dirty="0"/>
              <a:t>Ask:</a:t>
            </a:r>
          </a:p>
          <a:p>
            <a:pPr algn="l"/>
            <a:r>
              <a:rPr lang="en-AU" sz="1400" dirty="0"/>
              <a:t>What roles are you hiring for? </a:t>
            </a:r>
          </a:p>
          <a:p>
            <a:pPr algn="l"/>
            <a:r>
              <a:rPr lang="en-AU" sz="1400" dirty="0"/>
              <a:t>What are the must-have skills? </a:t>
            </a:r>
          </a:p>
          <a:p>
            <a:pPr algn="l"/>
            <a:r>
              <a:rPr lang="en-AU" sz="1400" dirty="0"/>
              <a:t>What challenges are you facing in hiring? </a:t>
            </a:r>
          </a:p>
          <a:p>
            <a:pPr algn="l"/>
            <a:r>
              <a:rPr lang="en-AU" sz="1400" dirty="0"/>
              <a:t>Timeline and budget </a:t>
            </a:r>
          </a:p>
          <a:p>
            <a:pPr algn="l"/>
            <a:r>
              <a:rPr lang="en-AU" sz="1400" dirty="0"/>
              <a:t>👉 This becomes your </a:t>
            </a:r>
            <a:r>
              <a:rPr lang="en-AU" sz="1400" b="1" dirty="0"/>
              <a:t>requirement gathering step</a:t>
            </a:r>
            <a:endParaRPr lang="en-AU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4018422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2ACCD-B033-993B-8B58-699EA3327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4D3D-6736-1850-5D68-38D39C3F2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Approach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03F10-0E0A-26DD-69B3-F1CF01C07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Follow-up (most people fail here)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Follow up after 2–3 days if no reply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Keep it polite and short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Don’t spam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Example:</a:t>
            </a:r>
          </a:p>
          <a:p>
            <a:pPr algn="l"/>
            <a:r>
              <a:rPr lang="en-AU" sz="1400" dirty="0"/>
              <a:t>Hi [Name], just checking in—happy to share a few relevant QA profiles if you're hiring at the moment.</a:t>
            </a:r>
          </a:p>
          <a:p>
            <a:pPr algn="l"/>
            <a:r>
              <a:rPr lang="en-AU" sz="1400" dirty="0"/>
              <a:t>Let me know if it helps 🙂</a:t>
            </a:r>
          </a:p>
          <a:p>
            <a:pPr algn="l"/>
            <a:endParaRPr lang="en-AU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1580714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8D3D4-3A38-9D86-FE47-87EF13264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70769-0340-C39B-5776-4F8E427BB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Approach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B4464-B84B-7230-C7C2-DE68E5690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Build long-term relationship</a:t>
            </a:r>
            <a:endParaRPr lang="en-AU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Stay in touch even if they’re not hiring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Share market insights or candidate availability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Be helpful, not transactional</a:t>
            </a:r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51002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DE84-FE6B-DD8C-D56D-61CADE8DC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DDE93-E233-6504-E295-73E182AE6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Approach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835F38-5D51-DEFA-8B24-FB501799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dirty="0"/>
              <a:t>Build long-term relationship</a:t>
            </a:r>
            <a:endParaRPr lang="en-AU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Stay in touch even if they’re not hiring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Share market insights or candidate availability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dirty="0"/>
              <a:t>Be helpful, not transactional</a:t>
            </a:r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1110202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D42A1-1DBE-A216-9705-E51607DE2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23655-9A87-55B6-209C-D81B56F66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SOW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ACF29-35F8-9760-43D4-374D121A2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 fontScale="85000" lnSpcReduction="20000"/>
          </a:bodyPr>
          <a:lstStyle/>
          <a:p>
            <a:r>
              <a:rPr lang="en-AU" sz="1800" dirty="0"/>
              <a:t>A good SOW should be:</a:t>
            </a:r>
          </a:p>
          <a:p>
            <a:r>
              <a:rPr lang="en-AU" sz="1800" dirty="0"/>
              <a:t>Clear (no vague wording) </a:t>
            </a:r>
          </a:p>
          <a:p>
            <a:r>
              <a:rPr lang="en-AU" sz="1800" dirty="0"/>
              <a:t>Measurable (numbers, timelines) </a:t>
            </a:r>
          </a:p>
          <a:p>
            <a:r>
              <a:rPr lang="en-AU" sz="1800" dirty="0"/>
              <a:t>Mutually agreed</a:t>
            </a:r>
          </a:p>
          <a:p>
            <a:endParaRPr lang="en-AU" sz="1800" dirty="0"/>
          </a:p>
          <a:p>
            <a:pPr algn="l"/>
            <a:r>
              <a:rPr lang="en-AU" sz="1800" b="1" dirty="0"/>
              <a:t>Simple summary</a:t>
            </a:r>
          </a:p>
          <a:p>
            <a:r>
              <a:rPr lang="en-AU" sz="1800" dirty="0"/>
              <a:t>An SOW answers:</a:t>
            </a:r>
          </a:p>
          <a:p>
            <a:r>
              <a:rPr lang="en-AU" sz="1800" b="1" dirty="0"/>
              <a:t>What</a:t>
            </a:r>
            <a:r>
              <a:rPr lang="en-AU" sz="1800" dirty="0"/>
              <a:t> work → Scope </a:t>
            </a:r>
          </a:p>
          <a:p>
            <a:r>
              <a:rPr lang="en-AU" sz="1800" b="1" dirty="0"/>
              <a:t>Who</a:t>
            </a:r>
            <a:r>
              <a:rPr lang="en-AU" sz="1800" dirty="0"/>
              <a:t> does it → Roles </a:t>
            </a:r>
          </a:p>
          <a:p>
            <a:r>
              <a:rPr lang="en-AU" sz="1800" b="1" dirty="0"/>
              <a:t>When</a:t>
            </a:r>
            <a:r>
              <a:rPr lang="en-AU" sz="1800" dirty="0"/>
              <a:t> → Timeline </a:t>
            </a:r>
          </a:p>
          <a:p>
            <a:r>
              <a:rPr lang="en-AU" sz="1800" b="1" dirty="0"/>
              <a:t>How much</a:t>
            </a:r>
            <a:r>
              <a:rPr lang="en-AU" sz="1800" dirty="0"/>
              <a:t> → Pricing</a:t>
            </a:r>
          </a:p>
          <a:p>
            <a:endParaRPr lang="en-A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638587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78D6-8B0C-6CB1-2327-B53C60342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26466-844A-4A56-FEAC-C42804A96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SOW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3F499-A7E4-B191-3BAB-48140029A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sz="1800" b="1" dirty="0"/>
              <a:t>1. Project / Service Overview</a:t>
            </a:r>
          </a:p>
          <a:p>
            <a:r>
              <a:rPr lang="en-AU" sz="1800" dirty="0"/>
              <a:t>Brief description of the engagement </a:t>
            </a:r>
          </a:p>
          <a:p>
            <a:r>
              <a:rPr lang="en-AU" sz="1800" dirty="0"/>
              <a:t>What service you’re providing (e.g. QA recruitment, contract hiring) </a:t>
            </a:r>
          </a:p>
          <a:p>
            <a:r>
              <a:rPr lang="en-AU" sz="1800" b="1" dirty="0"/>
              <a:t>Example:</a:t>
            </a:r>
            <a:br>
              <a:rPr lang="en-AU" sz="1800" dirty="0"/>
            </a:br>
            <a:r>
              <a:rPr lang="en-AU" sz="1800" dirty="0"/>
              <a:t>“Provide recruitment services for hiring QA/Test Engineers specializing in Software Testing.”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4074911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1BDA7-56DA-5F2B-EA43-D36D71F0E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16481-7AAB-4BA6-30D0-84D9FABF7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SOW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C02B7-BEE1-2075-5B1A-0EEDFCEDD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sz="1800" b="1" dirty="0"/>
              <a:t>2. Scope of Work</a:t>
            </a:r>
          </a:p>
          <a:p>
            <a:r>
              <a:rPr lang="en-AU" sz="1800" dirty="0"/>
              <a:t>Defines exactly what you will do:</a:t>
            </a:r>
          </a:p>
          <a:p>
            <a:r>
              <a:rPr lang="en-AU" sz="1800" dirty="0"/>
              <a:t>Source candidates </a:t>
            </a:r>
          </a:p>
          <a:p>
            <a:r>
              <a:rPr lang="en-AU" sz="1800" dirty="0"/>
              <a:t>Screen profiles </a:t>
            </a:r>
          </a:p>
          <a:p>
            <a:r>
              <a:rPr lang="en-AU" sz="1800" dirty="0"/>
              <a:t>Conduct initial interviews </a:t>
            </a:r>
          </a:p>
          <a:p>
            <a:r>
              <a:rPr lang="en-AU" sz="1800" dirty="0"/>
              <a:t>Coordinate with hiring managers </a:t>
            </a:r>
          </a:p>
          <a:p>
            <a:r>
              <a:rPr lang="en-AU" sz="1800" dirty="0"/>
              <a:t>Submit shortlisted CVs </a:t>
            </a:r>
          </a:p>
          <a:p>
            <a:r>
              <a:rPr lang="en-AU" sz="1800" dirty="0"/>
              <a:t>👉 Be very clear to avoid extra expectations later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458790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12444-D3BB-B7AE-6764-8A9DEB6F4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ED87-D19A-E643-C064-0F0563299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SOW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963D6-FC73-6C7A-65C9-B5D1770D9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sz="1800" b="1" dirty="0"/>
              <a:t>3. Roles &amp; Responsibilities</a:t>
            </a:r>
          </a:p>
          <a:p>
            <a:r>
              <a:rPr lang="en-AU" sz="1800" b="1" dirty="0"/>
              <a:t>Recruiter:</a:t>
            </a:r>
            <a:endParaRPr lang="en-AU" sz="1800" dirty="0"/>
          </a:p>
          <a:p>
            <a:r>
              <a:rPr lang="en-AU" sz="1800" dirty="0"/>
              <a:t>Candidate sourcing (e.g. via LinkedIn) </a:t>
            </a:r>
          </a:p>
          <a:p>
            <a:r>
              <a:rPr lang="en-AU" sz="1800" dirty="0"/>
              <a:t>Screening and scheduling </a:t>
            </a:r>
          </a:p>
          <a:p>
            <a:r>
              <a:rPr lang="en-AU" sz="1800" b="1" dirty="0"/>
              <a:t>Client:</a:t>
            </a:r>
            <a:endParaRPr lang="en-AU" sz="1800" dirty="0"/>
          </a:p>
          <a:p>
            <a:r>
              <a:rPr lang="en-AU" sz="1800" dirty="0"/>
              <a:t>Provide job requirements </a:t>
            </a:r>
          </a:p>
          <a:p>
            <a:r>
              <a:rPr lang="en-AU" sz="1800" dirty="0"/>
              <a:t>Give timely feedback </a:t>
            </a:r>
          </a:p>
          <a:p>
            <a:r>
              <a:rPr lang="en-AU" sz="1800" dirty="0"/>
              <a:t>Conduct final interviews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217590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524F4-9417-71C5-C889-D321CA211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ABBC4-8E11-0EA5-6481-4E82C674E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SOW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49EC1-2C17-629E-553F-F9981A8D5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sz="1800" b="1" dirty="0"/>
              <a:t>4. Deliverables</a:t>
            </a:r>
          </a:p>
          <a:p>
            <a:r>
              <a:rPr lang="en-AU" sz="1800" dirty="0"/>
              <a:t>What you will deliver:</a:t>
            </a:r>
          </a:p>
          <a:p>
            <a:r>
              <a:rPr lang="en-AU" sz="1800" dirty="0"/>
              <a:t>Number of CVs per week </a:t>
            </a:r>
          </a:p>
          <a:p>
            <a:r>
              <a:rPr lang="en-AU" sz="1800" dirty="0"/>
              <a:t>Quality shortlist </a:t>
            </a:r>
          </a:p>
          <a:p>
            <a:r>
              <a:rPr lang="en-AU" sz="1800" dirty="0"/>
              <a:t>Interview coordination </a:t>
            </a:r>
          </a:p>
          <a:p>
            <a:r>
              <a:rPr lang="en-AU" sz="1800" b="1" dirty="0"/>
              <a:t>Example:</a:t>
            </a:r>
            <a:endParaRPr lang="en-AU" sz="1800" dirty="0"/>
          </a:p>
          <a:p>
            <a:r>
              <a:rPr lang="en-AU" sz="1800" dirty="0"/>
              <a:t>5–10 relevant CVs per role within 5 business days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796427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8088F-E7BE-2CD5-5ECE-C27739527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D1DB-DE32-7E31-3AB9-792E23157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SOW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184FA-3253-6362-6C62-223E9B79E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sz="1800" b="1" dirty="0"/>
              <a:t>5. Timeline</a:t>
            </a:r>
          </a:p>
          <a:p>
            <a:r>
              <a:rPr lang="en-AU" sz="1800" dirty="0"/>
              <a:t>Start date </a:t>
            </a:r>
          </a:p>
          <a:p>
            <a:r>
              <a:rPr lang="en-AU" sz="1800" dirty="0"/>
              <a:t>Expected hiring deadlines </a:t>
            </a:r>
          </a:p>
          <a:p>
            <a:r>
              <a:rPr lang="en-AU" sz="1800" dirty="0"/>
              <a:t>Milestones (shortlisting, interviews, offer)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656882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FDB6F-70D0-08A3-ED16-49A33CDDA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108E-53DE-876D-5F40-8DE40C55C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SOW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B0DD10-D131-56BA-931C-7210120BE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sz="1800" b="1" dirty="0"/>
              <a:t>6. Pricing &amp; Payment Terms</a:t>
            </a:r>
          </a:p>
          <a:p>
            <a:r>
              <a:rPr lang="en-AU" sz="1800" dirty="0"/>
              <a:t>Very important section:</a:t>
            </a:r>
          </a:p>
          <a:p>
            <a:r>
              <a:rPr lang="en-AU" sz="1800" dirty="0"/>
              <a:t>Fee structure (e.g. % of candidate salary or fixed fee) </a:t>
            </a:r>
          </a:p>
          <a:p>
            <a:r>
              <a:rPr lang="en-AU" sz="1800" dirty="0"/>
              <a:t>Payment timeline (e.g. 30 days after joining) </a:t>
            </a:r>
          </a:p>
          <a:p>
            <a:r>
              <a:rPr lang="en-AU" sz="1800" dirty="0"/>
              <a:t>Replacement clause (if candidate leaves early)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4001212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141B7-5805-ABA3-B8BE-F89C8587D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27C2F-32D6-AB90-FA72-C343E5FFC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SOW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4334B-13BA-47B9-DC3A-EFCF03F5B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sz="1800" b="1" dirty="0"/>
              <a:t>7. Change Management</a:t>
            </a:r>
          </a:p>
          <a:p>
            <a:r>
              <a:rPr lang="en-AU" sz="1800" dirty="0"/>
              <a:t>What happens if requirements change </a:t>
            </a:r>
          </a:p>
          <a:p>
            <a:r>
              <a:rPr lang="en-AU" sz="1800" dirty="0"/>
              <a:t>How scope changes are handled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9738229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E753A-5B48-8EE8-90E1-7CAA34DF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3D5DC-3E76-8386-1F73-97AEFE775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SOW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D984A-B113-D230-7611-FB6EDD3F6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sz="1800" b="1" dirty="0"/>
              <a:t>8. Confidentiality</a:t>
            </a:r>
          </a:p>
          <a:p>
            <a:r>
              <a:rPr lang="en-AU" sz="1800" dirty="0"/>
              <a:t>Protect client and candidate data </a:t>
            </a:r>
          </a:p>
          <a:p>
            <a:r>
              <a:rPr lang="en-AU" sz="1800" dirty="0"/>
              <a:t>Non-disclosure terms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6394603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FEB1E-EAB8-6D7B-84B9-41869D608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CE27-F8DF-9389-F785-DB741AD37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SOW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231E7-2BEB-10D6-A89B-58814E5C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sz="1800" b="1" dirty="0"/>
              <a:t>9. Terms &amp; Conditions</a:t>
            </a:r>
          </a:p>
          <a:p>
            <a:r>
              <a:rPr lang="en-AU" sz="1800" dirty="0"/>
              <a:t>Contract duration </a:t>
            </a:r>
          </a:p>
          <a:p>
            <a:r>
              <a:rPr lang="en-AU" sz="1800" dirty="0"/>
              <a:t>Termination clause </a:t>
            </a:r>
          </a:p>
          <a:p>
            <a:r>
              <a:rPr lang="en-AU" sz="1800" dirty="0"/>
              <a:t>Legal terms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675685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4C32-1566-3D7E-B84A-410D534F4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2D969-1CAE-1376-2B96-FABD4DDF7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87565"/>
          </a:xfrm>
        </p:spPr>
        <p:txBody>
          <a:bodyPr>
            <a:normAutofit/>
          </a:bodyPr>
          <a:lstStyle/>
          <a:p>
            <a:r>
              <a:rPr lang="en-AU" sz="3200" dirty="0"/>
              <a:t>Our SOW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649083-28C0-5EC9-7DD0-C7504AC4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974"/>
            <a:ext cx="9144000" cy="3347402"/>
          </a:xfrm>
        </p:spPr>
        <p:txBody>
          <a:bodyPr>
            <a:normAutofit/>
          </a:bodyPr>
          <a:lstStyle/>
          <a:p>
            <a:r>
              <a:rPr lang="en-AU" sz="1800" b="1" dirty="0"/>
              <a:t>10. Sign-off</a:t>
            </a:r>
          </a:p>
          <a:p>
            <a:r>
              <a:rPr lang="en-AU" sz="1800" dirty="0"/>
              <a:t>Client name &amp; signature </a:t>
            </a:r>
          </a:p>
          <a:p>
            <a:r>
              <a:rPr lang="en-AU" sz="1800" dirty="0"/>
              <a:t>Recruiter/company name &amp; signature </a:t>
            </a:r>
          </a:p>
          <a:p>
            <a:r>
              <a:rPr lang="en-AU" sz="1800" dirty="0"/>
              <a:t>Date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89063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1306</Words>
  <Application>Microsoft Office PowerPoint</Application>
  <PresentationFormat>Widescreen</PresentationFormat>
  <Paragraphs>242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HYB Consulting </vt:lpstr>
      <vt:lpstr>HYB Consulting </vt:lpstr>
      <vt:lpstr>HYB Consulting </vt:lpstr>
      <vt:lpstr>HYB Consulting </vt:lpstr>
      <vt:lpstr>HYB Consulting </vt:lpstr>
      <vt:lpstr>HYB Consulting </vt:lpstr>
      <vt:lpstr>HYB Consulting </vt:lpstr>
      <vt:lpstr>HYB Consulting </vt:lpstr>
      <vt:lpstr>HYB Consulting </vt:lpstr>
      <vt:lpstr>HYB Consulting </vt:lpstr>
      <vt:lpstr>Our Process</vt:lpstr>
      <vt:lpstr>Our Process</vt:lpstr>
      <vt:lpstr>Our Process</vt:lpstr>
      <vt:lpstr>Our Process</vt:lpstr>
      <vt:lpstr>Our Process</vt:lpstr>
      <vt:lpstr>Our Process</vt:lpstr>
      <vt:lpstr>Our Approach </vt:lpstr>
      <vt:lpstr>Our Approach </vt:lpstr>
      <vt:lpstr>Our Approach </vt:lpstr>
      <vt:lpstr>Our Approach </vt:lpstr>
      <vt:lpstr>Our Approach </vt:lpstr>
      <vt:lpstr>Our Approach </vt:lpstr>
      <vt:lpstr>Our Approach </vt:lpstr>
      <vt:lpstr>Our Approach </vt:lpstr>
      <vt:lpstr>Our SOW </vt:lpstr>
      <vt:lpstr>Our SOW </vt:lpstr>
      <vt:lpstr>Our SOW </vt:lpstr>
      <vt:lpstr>Our SOW </vt:lpstr>
      <vt:lpstr>Our SOW </vt:lpstr>
      <vt:lpstr>Our SOW </vt:lpstr>
      <vt:lpstr>Our SOW </vt:lpstr>
      <vt:lpstr>Our SOW </vt:lpstr>
      <vt:lpstr>Our SOW </vt:lpstr>
      <vt:lpstr>Our SOW </vt:lpstr>
      <vt:lpstr>Our SOW </vt:lpstr>
    </vt:vector>
  </TitlesOfParts>
  <Company>CHED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Barhate, Harsha</dc:creator>
  <cp:lastModifiedBy>Barhate, Harsha</cp:lastModifiedBy>
  <cp:revision>1</cp:revision>
  <dcterms:created xsi:type="dcterms:W3CDTF">2025-11-06T10:50:56Z</dcterms:created>
  <dcterms:modified xsi:type="dcterms:W3CDTF">2026-03-27T12:00:09Z</dcterms:modified>
</cp:coreProperties>
</file>